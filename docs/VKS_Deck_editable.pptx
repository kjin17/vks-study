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3"/>
  </p:sldMasterIdLst>
  <p:notesMasterIdLst>
    <p:notesMasterId r:id="rId4"/>
  </p:notes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37"/>
    <p:sldId id="275" r:id="rId38"/>
    <p:sldId id="276" r:id="rId39"/>
    <p:sldId id="277" r:id="rId40"/>
  </p:sldIdLst>
  <p:sldSz cy="6858000" cx="12188950"/>
  <p:notesSz cx="6858000" cy="9144000"/>
  <p:embeddedFontLst>
    <p:embeddedFont>
      <p:font typeface="Roboto"/>
      <p:regular r:id="rId46"/>
      <p:bold r:id="rId47"/>
      <p:italic r:id="rId48"/>
      <p:boldItalic r:id="rId49"/>
    </p:embeddedFont>
    <p:embeddedFont>
      <p:font typeface="Instagram Sans"/>
      <p:regular r:id="rId50"/>
      <p:bold r:id="rId51"/>
    </p:embeddedFont>
    <p:embeddedFont>
      <p:font typeface="Helvetica Neue"/>
      <p:regular r:id="rId52"/>
      <p:bold r:id="rId53"/>
      <p:italic r:id="rId54"/>
      <p:boldItalic r:id="rId55"/>
    </p:embeddedFont>
    <p:embeddedFont>
      <p:font typeface="Open Sans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37" Type="http://schemas.openxmlformats.org/officeDocument/2006/relationships/slide" Target="slides/slide19.xml"/><Relationship Id="rId38" Type="http://schemas.openxmlformats.org/officeDocument/2006/relationships/slide" Target="slides/slide20.xml"/><Relationship Id="rId39" Type="http://schemas.openxmlformats.org/officeDocument/2006/relationships/slide" Target="slides/slide21.xml"/><Relationship Id="rId40" Type="http://schemas.openxmlformats.org/officeDocument/2006/relationships/slide" Target="slides/slide22.xml"/><Relationship Id="rId46" Type="http://schemas.openxmlformats.org/officeDocument/2006/relationships/font" Target="fonts/Roboto-regular.fntdata"/><Relationship Id="rId47" Type="http://schemas.openxmlformats.org/officeDocument/2006/relationships/font" Target="fonts/Roboto-bold.fntdata"/><Relationship Id="rId48" Type="http://schemas.openxmlformats.org/officeDocument/2006/relationships/font" Target="fonts/Roboto-italic.fntdata"/><Relationship Id="rId49" Type="http://schemas.openxmlformats.org/officeDocument/2006/relationships/font" Target="fonts/Roboto-boldItalic.fntdata"/><Relationship Id="rId50" Type="http://schemas.openxmlformats.org/officeDocument/2006/relationships/font" Target="fonts/InstagramSans-regular.fntdata"/><Relationship Id="rId51" Type="http://schemas.openxmlformats.org/officeDocument/2006/relationships/font" Target="fonts/InstagramSans-bold.fntdata"/><Relationship Id="rId52" Type="http://schemas.openxmlformats.org/officeDocument/2006/relationships/font" Target="fonts/HelveticaNeue-regular.fntdata"/><Relationship Id="rId53" Type="http://schemas.openxmlformats.org/officeDocument/2006/relationships/font" Target="fonts/HelveticaNeue-bold.fntdata"/><Relationship Id="rId54" Type="http://schemas.openxmlformats.org/officeDocument/2006/relationships/font" Target="fonts/HelveticaNeue-italic.fntdata"/><Relationship Id="rId55" Type="http://schemas.openxmlformats.org/officeDocument/2006/relationships/font" Target="fonts/HelveticaNeue-boldItalic.fntdata"/><Relationship Id="rId56" Type="http://schemas.openxmlformats.org/officeDocument/2006/relationships/font" Target="fonts/OpenSans-regular.fntdata"/><Relationship Id="rId57" Type="http://schemas.openxmlformats.org/officeDocument/2006/relationships/font" Target="fonts/OpenSans-bold.fntdata"/><Relationship Id="rId58" Type="http://schemas.openxmlformats.org/officeDocument/2006/relationships/font" Target="fonts/OpenSans-italic.fntdata"/><Relationship Id="rId59" Type="http://schemas.openxmlformats.org/officeDocument/2006/relationships/font" Target="fonts/Open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A | Title Slide - Leaf" showMasterSp="0">
  <p:cSld name="Title Slide – Leaf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2"/>
          <p:cNvPicPr preferRelativeResize="0"/>
          <p:nvPr/>
        </p:nvPicPr>
        <p:blipFill rotWithShape="1">
          <a:blip r:embed="rId2">
            <a:alphaModFix/>
          </a:blip>
          <a:srcRect b="1787" l="1037" r="1978" t="0"/>
          <a:stretch/>
        </p:blipFill>
        <p:spPr>
          <a:xfrm>
            <a:off x="1" y="658110"/>
            <a:ext cx="12192401" cy="6207660"/>
          </a:xfrm>
          <a:custGeom>
            <a:rect b="b" l="l" r="r" t="t"/>
            <a:pathLst>
              <a:path extrusionOk="0" h="6207660" w="12192401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noFill/>
          <a:ln>
            <a:noFill/>
          </a:ln>
          <a:effectLst>
            <a:outerShdw blurRad="241300" sx="102000" rotWithShape="0" algn="ctr" sy="102000">
              <a:schemeClr val="accent3">
                <a:alpha val="14510"/>
              </a:schemeClr>
            </a:outerShdw>
          </a:effectLst>
        </p:spPr>
      </p:pic>
      <p:sp>
        <p:nvSpPr>
          <p:cNvPr id="35" name="Google Shape;35;p2"/>
          <p:cNvSpPr/>
          <p:nvPr/>
        </p:nvSpPr>
        <p:spPr>
          <a:xfrm>
            <a:off x="-3810" y="-260"/>
            <a:ext cx="6334843" cy="4737302"/>
          </a:xfrm>
          <a:custGeom>
            <a:rect b="b" l="l" r="r" t="t"/>
            <a:pathLst>
              <a:path extrusionOk="0" h="4737302" w="6334843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7000">
                <a:schemeClr val="accent4"/>
              </a:gs>
              <a:gs pos="83000">
                <a:schemeClr val="accent3"/>
              </a:gs>
              <a:gs pos="100000">
                <a:schemeClr val="accent3"/>
              </a:gs>
            </a:gsLst>
            <a:lin ang="1920016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-7657" y="648484"/>
            <a:ext cx="12205474" cy="5413289"/>
          </a:xfrm>
          <a:custGeom>
            <a:rect b="b" l="l" r="r" t="t"/>
            <a:pathLst>
              <a:path extrusionOk="0" h="5413289" w="12205474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" name="Google Shape;37;p2"/>
          <p:cNvGrpSpPr/>
          <p:nvPr/>
        </p:nvGrpSpPr>
        <p:grpSpPr>
          <a:xfrm>
            <a:off x="265626" y="6323271"/>
            <a:ext cx="1249222" cy="369649"/>
            <a:chOff x="265625" y="6323271"/>
            <a:chExt cx="1249222" cy="369649"/>
          </a:xfrm>
        </p:grpSpPr>
        <p:grpSp>
          <p:nvGrpSpPr>
            <p:cNvPr id="38" name="Google Shape;38;p2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39" name="Google Shape;39;p2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rect b="b" l="l" r="r" t="t"/>
                <a:pathLst>
                  <a:path extrusionOk="0" h="81777" w="55936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rect b="b" l="l" r="r" t="t"/>
                <a:pathLst>
                  <a:path extrusionOk="0" h="74221" w="55872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rect b="b" l="l" r="r" t="t"/>
                <a:pathLst>
                  <a:path extrusionOk="0" h="77079" w="64317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rect b="b" l="l" r="r" t="t"/>
                <a:pathLst>
                  <a:path extrusionOk="0" h="59325" w="3409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rect b="b" l="l" r="r" t="t"/>
                <a:pathLst>
                  <a:path extrusionOk="0" h="60762" w="6209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rect b="b" l="l" r="r" t="t"/>
                <a:pathLst>
                  <a:path extrusionOk="0" h="60190" w="52698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rect b="b" l="l" r="r" t="t"/>
                <a:pathLst>
                  <a:path extrusionOk="0" h="81713" w="6025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rect b="b" l="l" r="r" t="t"/>
                <a:pathLst>
                  <a:path extrusionOk="0" h="60762" w="5390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rect b="b" l="l" r="r" t="t"/>
                <a:pathLst>
                  <a:path extrusionOk="0" h="60762" w="6209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rect b="b" l="l" r="r" t="t"/>
                <a:pathLst>
                  <a:path extrusionOk="0" h="59554" w="8863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" name="Google Shape;49;p2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50" name="Google Shape;50;p2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rect b="b" l="l" r="r" t="t"/>
                <a:pathLst>
                  <a:path extrusionOk="0" h="184633" w="264126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rect b="b" l="l" r="r" t="t"/>
                <a:pathLst>
                  <a:path extrusionOk="0" h="184697" w="102285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rect b="b" l="l" r="r" t="t"/>
                <a:pathLst>
                  <a:path extrusionOk="0" h="186538" w="166856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rect b="b" l="l" r="r" t="t"/>
                <a:pathLst>
                  <a:path extrusionOk="0" h="186157" w="15796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rect b="b" l="l" r="r" t="t"/>
                <a:pathLst>
                  <a:path extrusionOk="0" h="190348" w="468782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rect b="b" l="l" r="r" t="t"/>
                <a:pathLst>
                  <a:path extrusionOk="0" h="44761" w="44507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rect b="b" l="l" r="r" t="t"/>
                <a:pathLst>
                  <a:path extrusionOk="0" h="21714" w="17968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" name="Google Shape;57;p2"/>
          <p:cNvGrpSpPr/>
          <p:nvPr/>
        </p:nvGrpSpPr>
        <p:grpSpPr>
          <a:xfrm>
            <a:off x="1645525" y="6478316"/>
            <a:ext cx="4021200" cy="220291"/>
            <a:chOff x="1645525" y="6478316"/>
            <a:chExt cx="4021200" cy="220291"/>
          </a:xfrm>
        </p:grpSpPr>
        <p:sp>
          <p:nvSpPr>
            <p:cNvPr id="58" name="Google Shape;58;p2"/>
            <p:cNvSpPr txBox="1"/>
            <p:nvPr/>
          </p:nvSpPr>
          <p:spPr>
            <a:xfrm>
              <a:off x="1645525" y="6478316"/>
              <a:ext cx="31479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Broadcom Proprietary and Confidential. Copyright © </a:t>
              </a:r>
              <a:r>
                <a:rPr lang="en" sz="700">
                  <a:latin typeface="Roboto"/>
                  <a:ea typeface="Roboto"/>
                  <a:cs typeface="Roboto"/>
                  <a:sym typeface="Roboto"/>
                </a:rPr>
                <a:t>2025</a:t>
              </a: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Broadcom.  </a:t>
              </a:r>
              <a:endParaRPr sz="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9" name="Google Shape;59;p2"/>
            <p:cNvSpPr txBox="1"/>
            <p:nvPr/>
          </p:nvSpPr>
          <p:spPr>
            <a:xfrm>
              <a:off x="1645525" y="6590907"/>
              <a:ext cx="40212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All Rights Reserved. The term “Broadcom” refers to Broadcom Inc. and/or its subsidiaries.</a:t>
              </a:r>
              <a:endParaRPr sz="7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0" name="Google Shape;60;p2"/>
          <p:cNvSpPr txBox="1"/>
          <p:nvPr>
            <p:ph type="title"/>
          </p:nvPr>
        </p:nvSpPr>
        <p:spPr>
          <a:xfrm>
            <a:off x="6547100" y="1700775"/>
            <a:ext cx="5029200" cy="1234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" name="Google Shape;61;p2"/>
          <p:cNvSpPr txBox="1"/>
          <p:nvPr>
            <p:ph idx="1" type="subTitle"/>
          </p:nvPr>
        </p:nvSpPr>
        <p:spPr>
          <a:xfrm>
            <a:off x="6547100" y="2990088"/>
            <a:ext cx="5029200" cy="4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SzPts val="1440"/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SzPts val="1260"/>
              <a:buNone/>
              <a:defRPr/>
            </a:lvl9pPr>
          </a:lstStyle>
          <a:p/>
        </p:txBody>
      </p:sp>
      <p:sp>
        <p:nvSpPr>
          <p:cNvPr id="62" name="Google Shape;62;p2"/>
          <p:cNvSpPr txBox="1"/>
          <p:nvPr>
            <p:ph idx="2" type="body"/>
          </p:nvPr>
        </p:nvSpPr>
        <p:spPr>
          <a:xfrm>
            <a:off x="6547100" y="4736592"/>
            <a:ext cx="50292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1200"/>
              </a:spcBef>
              <a:spcAft>
                <a:spcPts val="0"/>
              </a:spcAft>
              <a:buSzPts val="1600"/>
              <a:buChar char="​"/>
              <a:defRPr sz="1600"/>
            </a:lvl1pPr>
            <a:lvl2pPr indent="-331469" lvl="1" marL="914400">
              <a:spcBef>
                <a:spcPts val="1200"/>
              </a:spcBef>
              <a:spcAft>
                <a:spcPts val="0"/>
              </a:spcAft>
              <a:buSzPts val="1620"/>
              <a:buChar char="•"/>
              <a:defRPr sz="1600"/>
            </a:lvl2pPr>
            <a:lvl3pPr indent="-320039" lvl="2" marL="1371600">
              <a:spcBef>
                <a:spcPts val="1200"/>
              </a:spcBef>
              <a:spcAft>
                <a:spcPts val="0"/>
              </a:spcAft>
              <a:buSzPts val="1440"/>
              <a:buChar char="–"/>
              <a:defRPr/>
            </a:lvl3pPr>
            <a:lvl4pPr indent="-330200" lvl="3" marL="18288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5pPr>
            <a:lvl6pPr indent="-330200" lvl="5" marL="2743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>
              <a:spcBef>
                <a:spcPts val="1200"/>
              </a:spcBef>
              <a:spcAft>
                <a:spcPts val="0"/>
              </a:spcAft>
              <a:buSzPts val="1600"/>
              <a:buChar char="-"/>
              <a:defRPr sz="1600"/>
            </a:lvl7pPr>
            <a:lvl8pPr indent="-330200" lvl="7" marL="36576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>
              <a:spcBef>
                <a:spcPts val="1200"/>
              </a:spcBef>
              <a:spcAft>
                <a:spcPts val="0"/>
              </a:spcAft>
              <a:buSzPts val="1600"/>
              <a:buChar char="-"/>
              <a:defRPr sz="1600"/>
            </a:lvl9pPr>
          </a:lstStyle>
          <a:p/>
        </p:txBody>
      </p:sp>
      <p:sp>
        <p:nvSpPr>
          <p:cNvPr id="63" name="Google Shape;63;p2"/>
          <p:cNvSpPr txBox="1"/>
          <p:nvPr>
            <p:ph idx="3" type="body"/>
          </p:nvPr>
        </p:nvSpPr>
        <p:spPr>
          <a:xfrm>
            <a:off x="6547100" y="5120640"/>
            <a:ext cx="50292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1200"/>
              </a:spcBef>
              <a:spcAft>
                <a:spcPts val="0"/>
              </a:spcAft>
              <a:buSzPts val="1600"/>
              <a:buChar char="​"/>
              <a:defRPr sz="1600"/>
            </a:lvl1pPr>
            <a:lvl2pPr indent="-331469" lvl="1" marL="914400" rtl="0">
              <a:spcBef>
                <a:spcPts val="1200"/>
              </a:spcBef>
              <a:spcAft>
                <a:spcPts val="0"/>
              </a:spcAft>
              <a:buSzPts val="1620"/>
              <a:buChar char="•"/>
              <a:defRPr sz="1600"/>
            </a:lvl2pPr>
            <a:lvl3pPr indent="-320039" lvl="2" marL="1371600" rtl="0">
              <a:spcBef>
                <a:spcPts val="1200"/>
              </a:spcBef>
              <a:spcAft>
                <a:spcPts val="0"/>
              </a:spcAft>
              <a:buSzPts val="1440"/>
              <a:buChar char="–"/>
              <a:defRPr/>
            </a:lvl3pPr>
            <a:lvl4pPr indent="-330200" lvl="3" marL="1828800" rtl="0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rtl="0"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5pPr>
            <a:lvl6pPr indent="-330200" lvl="5" marL="2743200" rtl="0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rtl="0">
              <a:spcBef>
                <a:spcPts val="1200"/>
              </a:spcBef>
              <a:spcAft>
                <a:spcPts val="0"/>
              </a:spcAft>
              <a:buSzPts val="1600"/>
              <a:buChar char="-"/>
              <a:defRPr sz="1600"/>
            </a:lvl7pPr>
            <a:lvl8pPr indent="-330200" lvl="7" marL="3657600" rtl="0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rtl="0">
              <a:spcBef>
                <a:spcPts val="1200"/>
              </a:spcBef>
              <a:spcAft>
                <a:spcPts val="0"/>
              </a:spcAft>
              <a:buSzPts val="1600"/>
              <a:buChar char="-"/>
              <a:defRPr sz="1600"/>
            </a:lvl9pPr>
          </a:lstStyle>
          <a:p/>
        </p:txBody>
      </p:sp>
      <p:sp>
        <p:nvSpPr>
          <p:cNvPr id="64" name="Google Shape;64;p2"/>
          <p:cNvSpPr txBox="1"/>
          <p:nvPr>
            <p:ph idx="4" type="body"/>
          </p:nvPr>
        </p:nvSpPr>
        <p:spPr>
          <a:xfrm>
            <a:off x="6547100" y="5486400"/>
            <a:ext cx="50292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spcBef>
                <a:spcPts val="1200"/>
              </a:spcBef>
              <a:spcAft>
                <a:spcPts val="0"/>
              </a:spcAft>
              <a:buSzPts val="1400"/>
              <a:buChar char="​"/>
              <a:defRPr sz="1400"/>
            </a:lvl1pPr>
            <a:lvl2pPr indent="-317500" lvl="1" marL="914400" rtl="0">
              <a:spcBef>
                <a:spcPts val="12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>
              <a:spcBef>
                <a:spcPts val="1200"/>
              </a:spcBef>
              <a:spcAft>
                <a:spcPts val="0"/>
              </a:spcAft>
              <a:buSzPts val="1400"/>
              <a:buChar char="–"/>
              <a:defRPr sz="1400"/>
            </a:lvl3pPr>
            <a:lvl4pPr indent="-308610" lvl="3" marL="1828800" rtl="0"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4pPr>
            <a:lvl5pPr indent="-317500" lvl="4" marL="2286000" rtl="0">
              <a:spcBef>
                <a:spcPts val="1200"/>
              </a:spcBef>
              <a:spcAft>
                <a:spcPts val="0"/>
              </a:spcAft>
              <a:buSzPts val="1400"/>
              <a:buChar char="–"/>
              <a:defRPr/>
            </a:lvl5pPr>
            <a:lvl6pPr indent="-317500" lvl="5" marL="2743200" rtl="0">
              <a:spcBef>
                <a:spcPts val="1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1200"/>
              </a:spcBef>
              <a:spcAft>
                <a:spcPts val="0"/>
              </a:spcAft>
              <a:buSzPts val="1400"/>
              <a:buChar char="-"/>
              <a:defRPr/>
            </a:lvl7pPr>
            <a:lvl8pPr indent="-317500" lvl="7" marL="3657600" rtl="0">
              <a:spcBef>
                <a:spcPts val="12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1200"/>
              </a:spcBef>
              <a:spcAft>
                <a:spcPts val="0"/>
              </a:spcAft>
              <a:buSzPts val="1400"/>
              <a:buChar char="-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B | Title Slide - Aqua" showMasterSp="0">
  <p:cSld name="Title Slide – Leaf_1_3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3"/>
          <p:cNvPicPr preferRelativeResize="0"/>
          <p:nvPr/>
        </p:nvPicPr>
        <p:blipFill rotWithShape="1">
          <a:blip r:embed="rId2">
            <a:alphaModFix/>
          </a:blip>
          <a:srcRect b="1787" l="1037" r="1978" t="0"/>
          <a:stretch/>
        </p:blipFill>
        <p:spPr>
          <a:xfrm>
            <a:off x="1" y="658110"/>
            <a:ext cx="12192401" cy="6207660"/>
          </a:xfrm>
          <a:custGeom>
            <a:rect b="b" l="l" r="r" t="t"/>
            <a:pathLst>
              <a:path extrusionOk="0" h="6207660" w="12192401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noFill/>
          <a:ln>
            <a:noFill/>
          </a:ln>
          <a:effectLst>
            <a:outerShdw blurRad="241300" sx="102000" rotWithShape="0" algn="ctr" sy="102000">
              <a:schemeClr val="accent3">
                <a:alpha val="14510"/>
              </a:schemeClr>
            </a:outerShdw>
          </a:effectLst>
        </p:spPr>
      </p:pic>
      <p:sp>
        <p:nvSpPr>
          <p:cNvPr id="67" name="Google Shape;67;p3"/>
          <p:cNvSpPr/>
          <p:nvPr/>
        </p:nvSpPr>
        <p:spPr>
          <a:xfrm>
            <a:off x="-3810" y="-260"/>
            <a:ext cx="6334843" cy="4737302"/>
          </a:xfrm>
          <a:custGeom>
            <a:rect b="b" l="l" r="r" t="t"/>
            <a:pathLst>
              <a:path extrusionOk="0" h="4737302" w="6334843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rgbClr val="005B84"/>
              </a:gs>
              <a:gs pos="16000">
                <a:srgbClr val="005B84"/>
              </a:gs>
              <a:gs pos="90000">
                <a:srgbClr val="0193C2"/>
              </a:gs>
              <a:gs pos="100000">
                <a:srgbClr val="0193C2"/>
              </a:gs>
            </a:gsLst>
            <a:lin ang="19199816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-7657" y="648484"/>
            <a:ext cx="12205474" cy="5413289"/>
          </a:xfrm>
          <a:custGeom>
            <a:rect b="b" l="l" r="r" t="t"/>
            <a:pathLst>
              <a:path extrusionOk="0" h="5413289" w="12205474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rgbClr val="005B84"/>
              </a:gs>
              <a:gs pos="100000">
                <a:srgbClr val="005B8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" name="Google Shape;69;p3"/>
          <p:cNvGrpSpPr/>
          <p:nvPr/>
        </p:nvGrpSpPr>
        <p:grpSpPr>
          <a:xfrm>
            <a:off x="265626" y="6323271"/>
            <a:ext cx="1249222" cy="369649"/>
            <a:chOff x="265625" y="6323271"/>
            <a:chExt cx="1249222" cy="369649"/>
          </a:xfrm>
        </p:grpSpPr>
        <p:grpSp>
          <p:nvGrpSpPr>
            <p:cNvPr id="70" name="Google Shape;70;p3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rect b="b" l="l" r="r" t="t"/>
                <a:pathLst>
                  <a:path extrusionOk="0" h="81777" w="55936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rect b="b" l="l" r="r" t="t"/>
                <a:pathLst>
                  <a:path extrusionOk="0" h="74221" w="55872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rect b="b" l="l" r="r" t="t"/>
                <a:pathLst>
                  <a:path extrusionOk="0" h="77079" w="64317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rect b="b" l="l" r="r" t="t"/>
                <a:pathLst>
                  <a:path extrusionOk="0" h="59325" w="3409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rect b="b" l="l" r="r" t="t"/>
                <a:pathLst>
                  <a:path extrusionOk="0" h="60762" w="6209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rect b="b" l="l" r="r" t="t"/>
                <a:pathLst>
                  <a:path extrusionOk="0" h="60190" w="52698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rect b="b" l="l" r="r" t="t"/>
                <a:pathLst>
                  <a:path extrusionOk="0" h="81713" w="6025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rect b="b" l="l" r="r" t="t"/>
                <a:pathLst>
                  <a:path extrusionOk="0" h="60762" w="5390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rect b="b" l="l" r="r" t="t"/>
                <a:pathLst>
                  <a:path extrusionOk="0" h="60762" w="6209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rect b="b" l="l" r="r" t="t"/>
                <a:pathLst>
                  <a:path extrusionOk="0" h="59554" w="8863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1" name="Google Shape;81;p3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82" name="Google Shape;82;p3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rect b="b" l="l" r="r" t="t"/>
                <a:pathLst>
                  <a:path extrusionOk="0" h="184633" w="264126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3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rect b="b" l="l" r="r" t="t"/>
                <a:pathLst>
                  <a:path extrusionOk="0" h="184697" w="102285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rect b="b" l="l" r="r" t="t"/>
                <a:pathLst>
                  <a:path extrusionOk="0" h="186538" w="166856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rect b="b" l="l" r="r" t="t"/>
                <a:pathLst>
                  <a:path extrusionOk="0" h="186157" w="15796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rect b="b" l="l" r="r" t="t"/>
                <a:pathLst>
                  <a:path extrusionOk="0" h="190348" w="468782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rect b="b" l="l" r="r" t="t"/>
                <a:pathLst>
                  <a:path extrusionOk="0" h="44761" w="44507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rect b="b" l="l" r="r" t="t"/>
                <a:pathLst>
                  <a:path extrusionOk="0" h="21714" w="17968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9" name="Google Shape;89;p3"/>
          <p:cNvGrpSpPr/>
          <p:nvPr/>
        </p:nvGrpSpPr>
        <p:grpSpPr>
          <a:xfrm>
            <a:off x="1645525" y="6478316"/>
            <a:ext cx="4021200" cy="220291"/>
            <a:chOff x="1645525" y="6478316"/>
            <a:chExt cx="4021200" cy="220291"/>
          </a:xfrm>
        </p:grpSpPr>
        <p:sp>
          <p:nvSpPr>
            <p:cNvPr id="90" name="Google Shape;90;p3"/>
            <p:cNvSpPr txBox="1"/>
            <p:nvPr/>
          </p:nvSpPr>
          <p:spPr>
            <a:xfrm>
              <a:off x="1645525" y="6478316"/>
              <a:ext cx="31479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Broadcom Proprietary and Confidential. Copyright © </a:t>
              </a:r>
              <a:r>
                <a:rPr lang="en" sz="700">
                  <a:latin typeface="Roboto"/>
                  <a:ea typeface="Roboto"/>
                  <a:cs typeface="Roboto"/>
                  <a:sym typeface="Roboto"/>
                </a:rPr>
                <a:t>2025</a:t>
              </a: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Broadcom.  </a:t>
              </a:r>
              <a:endParaRPr sz="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1" name="Google Shape;91;p3"/>
            <p:cNvSpPr txBox="1"/>
            <p:nvPr/>
          </p:nvSpPr>
          <p:spPr>
            <a:xfrm>
              <a:off x="1645525" y="6590907"/>
              <a:ext cx="40212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All Rights Reserved. The term “Broadcom” refers to Broadcom Inc. and/or its subsidiaries.</a:t>
              </a:r>
              <a:endParaRPr sz="7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2" name="Google Shape;92;p3"/>
          <p:cNvSpPr txBox="1"/>
          <p:nvPr>
            <p:ph type="title"/>
          </p:nvPr>
        </p:nvSpPr>
        <p:spPr>
          <a:xfrm>
            <a:off x="6547100" y="1700775"/>
            <a:ext cx="5029200" cy="1234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3" name="Google Shape;93;p3"/>
          <p:cNvSpPr txBox="1"/>
          <p:nvPr>
            <p:ph idx="1" type="subTitle"/>
          </p:nvPr>
        </p:nvSpPr>
        <p:spPr>
          <a:xfrm>
            <a:off x="6547100" y="2990088"/>
            <a:ext cx="5029200" cy="4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SzPts val="1440"/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8pPr>
            <a:lvl9pPr lvl="8" rtl="0">
              <a:spcBef>
                <a:spcPts val="1200"/>
              </a:spcBef>
              <a:spcAft>
                <a:spcPts val="1200"/>
              </a:spcAft>
              <a:buSzPts val="1260"/>
              <a:buNone/>
              <a:defRPr/>
            </a:lvl9pPr>
          </a:lstStyle>
          <a:p/>
        </p:txBody>
      </p:sp>
      <p:sp>
        <p:nvSpPr>
          <p:cNvPr id="94" name="Google Shape;94;p3"/>
          <p:cNvSpPr txBox="1"/>
          <p:nvPr>
            <p:ph idx="2" type="body"/>
          </p:nvPr>
        </p:nvSpPr>
        <p:spPr>
          <a:xfrm>
            <a:off x="6547100" y="4736592"/>
            <a:ext cx="50292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1200"/>
              </a:spcBef>
              <a:spcAft>
                <a:spcPts val="0"/>
              </a:spcAft>
              <a:buSzPts val="1600"/>
              <a:buChar char="​"/>
              <a:defRPr sz="1600"/>
            </a:lvl1pPr>
            <a:lvl2pPr indent="-331469" lvl="1" marL="914400" rtl="0">
              <a:spcBef>
                <a:spcPts val="1200"/>
              </a:spcBef>
              <a:spcAft>
                <a:spcPts val="0"/>
              </a:spcAft>
              <a:buSzPts val="1620"/>
              <a:buChar char="•"/>
              <a:defRPr sz="1600"/>
            </a:lvl2pPr>
            <a:lvl3pPr indent="-320039" lvl="2" marL="1371600" rtl="0">
              <a:spcBef>
                <a:spcPts val="1200"/>
              </a:spcBef>
              <a:spcAft>
                <a:spcPts val="0"/>
              </a:spcAft>
              <a:buSzPts val="1440"/>
              <a:buChar char="–"/>
              <a:defRPr/>
            </a:lvl3pPr>
            <a:lvl4pPr indent="-330200" lvl="3" marL="1828800" rtl="0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rtl="0"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5pPr>
            <a:lvl6pPr indent="-330200" lvl="5" marL="2743200" rtl="0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rtl="0">
              <a:spcBef>
                <a:spcPts val="1200"/>
              </a:spcBef>
              <a:spcAft>
                <a:spcPts val="0"/>
              </a:spcAft>
              <a:buSzPts val="1600"/>
              <a:buChar char="-"/>
              <a:defRPr sz="1600"/>
            </a:lvl7pPr>
            <a:lvl8pPr indent="-330200" lvl="7" marL="3657600" rtl="0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rtl="0">
              <a:spcBef>
                <a:spcPts val="1200"/>
              </a:spcBef>
              <a:spcAft>
                <a:spcPts val="0"/>
              </a:spcAft>
              <a:buSzPts val="1600"/>
              <a:buChar char="-"/>
              <a:defRPr sz="1600"/>
            </a:lvl9pPr>
          </a:lstStyle>
          <a:p/>
        </p:txBody>
      </p:sp>
      <p:sp>
        <p:nvSpPr>
          <p:cNvPr id="95" name="Google Shape;95;p3"/>
          <p:cNvSpPr txBox="1"/>
          <p:nvPr>
            <p:ph idx="3" type="body"/>
          </p:nvPr>
        </p:nvSpPr>
        <p:spPr>
          <a:xfrm>
            <a:off x="6547100" y="5120640"/>
            <a:ext cx="50292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1200"/>
              </a:spcBef>
              <a:spcAft>
                <a:spcPts val="0"/>
              </a:spcAft>
              <a:buSzPts val="1600"/>
              <a:buChar char="​"/>
              <a:defRPr sz="1600"/>
            </a:lvl1pPr>
            <a:lvl2pPr indent="-331469" lvl="1" marL="914400" rtl="0">
              <a:spcBef>
                <a:spcPts val="1200"/>
              </a:spcBef>
              <a:spcAft>
                <a:spcPts val="0"/>
              </a:spcAft>
              <a:buSzPts val="1620"/>
              <a:buChar char="•"/>
              <a:defRPr sz="1600"/>
            </a:lvl2pPr>
            <a:lvl3pPr indent="-320039" lvl="2" marL="1371600" rtl="0">
              <a:spcBef>
                <a:spcPts val="1200"/>
              </a:spcBef>
              <a:spcAft>
                <a:spcPts val="0"/>
              </a:spcAft>
              <a:buSzPts val="1440"/>
              <a:buChar char="–"/>
              <a:defRPr/>
            </a:lvl3pPr>
            <a:lvl4pPr indent="-330200" lvl="3" marL="1828800" rtl="0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rtl="0"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5pPr>
            <a:lvl6pPr indent="-330200" lvl="5" marL="2743200" rtl="0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rtl="0">
              <a:spcBef>
                <a:spcPts val="1200"/>
              </a:spcBef>
              <a:spcAft>
                <a:spcPts val="0"/>
              </a:spcAft>
              <a:buSzPts val="1600"/>
              <a:buChar char="-"/>
              <a:defRPr sz="1600"/>
            </a:lvl7pPr>
            <a:lvl8pPr indent="-330200" lvl="7" marL="3657600" rtl="0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rtl="0">
              <a:spcBef>
                <a:spcPts val="1200"/>
              </a:spcBef>
              <a:spcAft>
                <a:spcPts val="0"/>
              </a:spcAft>
              <a:buSzPts val="1600"/>
              <a:buChar char="-"/>
              <a:defRPr sz="1600"/>
            </a:lvl9pPr>
          </a:lstStyle>
          <a:p/>
        </p:txBody>
      </p:sp>
      <p:sp>
        <p:nvSpPr>
          <p:cNvPr id="96" name="Google Shape;96;p3"/>
          <p:cNvSpPr txBox="1"/>
          <p:nvPr>
            <p:ph idx="4" type="body"/>
          </p:nvPr>
        </p:nvSpPr>
        <p:spPr>
          <a:xfrm>
            <a:off x="6547100" y="5486400"/>
            <a:ext cx="50292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spcBef>
                <a:spcPts val="1200"/>
              </a:spcBef>
              <a:spcAft>
                <a:spcPts val="0"/>
              </a:spcAft>
              <a:buSzPts val="1400"/>
              <a:buChar char="​"/>
              <a:defRPr sz="1400"/>
            </a:lvl1pPr>
            <a:lvl2pPr indent="-317500" lvl="1" marL="914400" rtl="0">
              <a:spcBef>
                <a:spcPts val="12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>
              <a:spcBef>
                <a:spcPts val="1200"/>
              </a:spcBef>
              <a:spcAft>
                <a:spcPts val="0"/>
              </a:spcAft>
              <a:buSzPts val="1400"/>
              <a:buChar char="–"/>
              <a:defRPr sz="1400"/>
            </a:lvl3pPr>
            <a:lvl4pPr indent="-308610" lvl="3" marL="1828800" rtl="0"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4pPr>
            <a:lvl5pPr indent="-317500" lvl="4" marL="2286000" rtl="0">
              <a:spcBef>
                <a:spcPts val="1200"/>
              </a:spcBef>
              <a:spcAft>
                <a:spcPts val="0"/>
              </a:spcAft>
              <a:buSzPts val="1400"/>
              <a:buChar char="–"/>
              <a:defRPr/>
            </a:lvl5pPr>
            <a:lvl6pPr indent="-317500" lvl="5" marL="2743200" rtl="0">
              <a:spcBef>
                <a:spcPts val="1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1200"/>
              </a:spcBef>
              <a:spcAft>
                <a:spcPts val="0"/>
              </a:spcAft>
              <a:buSzPts val="1400"/>
              <a:buChar char="-"/>
              <a:defRPr/>
            </a:lvl7pPr>
            <a:lvl8pPr indent="-317500" lvl="7" marL="3657600" rtl="0">
              <a:spcBef>
                <a:spcPts val="12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1200"/>
              </a:spcBef>
              <a:spcAft>
                <a:spcPts val="0"/>
              </a:spcAft>
              <a:buSzPts val="1400"/>
              <a:buChar char="-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C | Title Slide - Plum" showMasterSp="0">
  <p:cSld name="Title Slide – Leaf_1_3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4"/>
          <p:cNvPicPr preferRelativeResize="0"/>
          <p:nvPr/>
        </p:nvPicPr>
        <p:blipFill rotWithShape="1">
          <a:blip r:embed="rId2">
            <a:alphaModFix/>
          </a:blip>
          <a:srcRect b="1787" l="1037" r="1978" t="0"/>
          <a:stretch/>
        </p:blipFill>
        <p:spPr>
          <a:xfrm>
            <a:off x="1" y="658110"/>
            <a:ext cx="12192401" cy="6207660"/>
          </a:xfrm>
          <a:custGeom>
            <a:rect b="b" l="l" r="r" t="t"/>
            <a:pathLst>
              <a:path extrusionOk="0" h="6207660" w="12192401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noFill/>
          <a:ln>
            <a:noFill/>
          </a:ln>
          <a:effectLst>
            <a:outerShdw blurRad="241300" sx="102000" rotWithShape="0" algn="ctr" sy="102000">
              <a:schemeClr val="accent3">
                <a:alpha val="14510"/>
              </a:schemeClr>
            </a:outerShdw>
          </a:effectLst>
        </p:spPr>
      </p:pic>
      <p:sp>
        <p:nvSpPr>
          <p:cNvPr id="99" name="Google Shape;99;p4"/>
          <p:cNvSpPr/>
          <p:nvPr/>
        </p:nvSpPr>
        <p:spPr>
          <a:xfrm>
            <a:off x="-3810" y="-260"/>
            <a:ext cx="6334843" cy="4737302"/>
          </a:xfrm>
          <a:custGeom>
            <a:rect b="b" l="l" r="r" t="t"/>
            <a:pathLst>
              <a:path extrusionOk="0" h="4737302" w="6334843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rgbClr val="6C4B8F"/>
              </a:gs>
              <a:gs pos="16000">
                <a:srgbClr val="6C4B8F"/>
              </a:gs>
              <a:gs pos="45000">
                <a:srgbClr val="4764A1"/>
              </a:gs>
              <a:gs pos="90000">
                <a:srgbClr val="0193C2"/>
              </a:gs>
              <a:gs pos="100000">
                <a:srgbClr val="0193C2"/>
              </a:gs>
            </a:gsLst>
            <a:lin ang="19199816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-7657" y="648484"/>
            <a:ext cx="12205474" cy="5413289"/>
          </a:xfrm>
          <a:custGeom>
            <a:rect b="b" l="l" r="r" t="t"/>
            <a:pathLst>
              <a:path extrusionOk="0" h="5413289" w="12205474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rgbClr val="6C4B91"/>
              </a:gs>
              <a:gs pos="100000">
                <a:srgbClr val="6C4B9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" name="Google Shape;101;p4"/>
          <p:cNvGrpSpPr/>
          <p:nvPr/>
        </p:nvGrpSpPr>
        <p:grpSpPr>
          <a:xfrm>
            <a:off x="265626" y="6323271"/>
            <a:ext cx="1249222" cy="369649"/>
            <a:chOff x="265625" y="6323271"/>
            <a:chExt cx="1249222" cy="369649"/>
          </a:xfrm>
        </p:grpSpPr>
        <p:grpSp>
          <p:nvGrpSpPr>
            <p:cNvPr id="102" name="Google Shape;102;p4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03" name="Google Shape;103;p4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rect b="b" l="l" r="r" t="t"/>
                <a:pathLst>
                  <a:path extrusionOk="0" h="81777" w="55936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4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rect b="b" l="l" r="r" t="t"/>
                <a:pathLst>
                  <a:path extrusionOk="0" h="74221" w="55872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4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rect b="b" l="l" r="r" t="t"/>
                <a:pathLst>
                  <a:path extrusionOk="0" h="77079" w="64317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4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rect b="b" l="l" r="r" t="t"/>
                <a:pathLst>
                  <a:path extrusionOk="0" h="59325" w="3409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4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rect b="b" l="l" r="r" t="t"/>
                <a:pathLst>
                  <a:path extrusionOk="0" h="60762" w="6209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4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rect b="b" l="l" r="r" t="t"/>
                <a:pathLst>
                  <a:path extrusionOk="0" h="60190" w="52698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4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rect b="b" l="l" r="r" t="t"/>
                <a:pathLst>
                  <a:path extrusionOk="0" h="81713" w="6025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4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rect b="b" l="l" r="r" t="t"/>
                <a:pathLst>
                  <a:path extrusionOk="0" h="60762" w="5390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4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rect b="b" l="l" r="r" t="t"/>
                <a:pathLst>
                  <a:path extrusionOk="0" h="60762" w="6209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4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rect b="b" l="l" r="r" t="t"/>
                <a:pathLst>
                  <a:path extrusionOk="0" h="59554" w="8863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3" name="Google Shape;113;p4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14" name="Google Shape;114;p4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rect b="b" l="l" r="r" t="t"/>
                <a:pathLst>
                  <a:path extrusionOk="0" h="184633" w="264126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4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rect b="b" l="l" r="r" t="t"/>
                <a:pathLst>
                  <a:path extrusionOk="0" h="184697" w="102285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4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rect b="b" l="l" r="r" t="t"/>
                <a:pathLst>
                  <a:path extrusionOk="0" h="186538" w="166856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4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rect b="b" l="l" r="r" t="t"/>
                <a:pathLst>
                  <a:path extrusionOk="0" h="186157" w="15796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4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rect b="b" l="l" r="r" t="t"/>
                <a:pathLst>
                  <a:path extrusionOk="0" h="190348" w="468782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4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rect b="b" l="l" r="r" t="t"/>
                <a:pathLst>
                  <a:path extrusionOk="0" h="44761" w="44507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rect b="b" l="l" r="r" t="t"/>
                <a:pathLst>
                  <a:path extrusionOk="0" h="21714" w="17968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1" name="Google Shape;121;p4"/>
          <p:cNvGrpSpPr/>
          <p:nvPr/>
        </p:nvGrpSpPr>
        <p:grpSpPr>
          <a:xfrm>
            <a:off x="1645525" y="6478316"/>
            <a:ext cx="4021200" cy="220291"/>
            <a:chOff x="1645525" y="6478316"/>
            <a:chExt cx="4021200" cy="220291"/>
          </a:xfrm>
        </p:grpSpPr>
        <p:sp>
          <p:nvSpPr>
            <p:cNvPr id="122" name="Google Shape;122;p4"/>
            <p:cNvSpPr txBox="1"/>
            <p:nvPr/>
          </p:nvSpPr>
          <p:spPr>
            <a:xfrm>
              <a:off x="1645525" y="6478316"/>
              <a:ext cx="31479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Broadcom Proprietary and Confidential. Copyright © </a:t>
              </a:r>
              <a:r>
                <a:rPr lang="en" sz="700">
                  <a:latin typeface="Roboto"/>
                  <a:ea typeface="Roboto"/>
                  <a:cs typeface="Roboto"/>
                  <a:sym typeface="Roboto"/>
                </a:rPr>
                <a:t>2025</a:t>
              </a: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Broadcom.  </a:t>
              </a:r>
              <a:endParaRPr sz="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3" name="Google Shape;123;p4"/>
            <p:cNvSpPr txBox="1"/>
            <p:nvPr/>
          </p:nvSpPr>
          <p:spPr>
            <a:xfrm>
              <a:off x="1645525" y="6590907"/>
              <a:ext cx="40212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All Rights Reserved. The term “Broadcom” refers to Broadcom Inc. and/or its subsidiaries.</a:t>
              </a:r>
              <a:endParaRPr sz="7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4" name="Google Shape;124;p4"/>
          <p:cNvSpPr txBox="1"/>
          <p:nvPr>
            <p:ph type="title"/>
          </p:nvPr>
        </p:nvSpPr>
        <p:spPr>
          <a:xfrm>
            <a:off x="6547100" y="1700775"/>
            <a:ext cx="5029200" cy="1234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5" name="Google Shape;125;p4"/>
          <p:cNvSpPr txBox="1"/>
          <p:nvPr>
            <p:ph idx="1" type="subTitle"/>
          </p:nvPr>
        </p:nvSpPr>
        <p:spPr>
          <a:xfrm>
            <a:off x="6547100" y="2990088"/>
            <a:ext cx="5029200" cy="4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SzPts val="1440"/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8pPr>
            <a:lvl9pPr lvl="8" rtl="0">
              <a:spcBef>
                <a:spcPts val="1200"/>
              </a:spcBef>
              <a:spcAft>
                <a:spcPts val="1200"/>
              </a:spcAft>
              <a:buSzPts val="1260"/>
              <a:buNone/>
              <a:defRPr/>
            </a:lvl9pPr>
          </a:lstStyle>
          <a:p/>
        </p:txBody>
      </p:sp>
      <p:sp>
        <p:nvSpPr>
          <p:cNvPr id="126" name="Google Shape;126;p4"/>
          <p:cNvSpPr txBox="1"/>
          <p:nvPr>
            <p:ph idx="2" type="body"/>
          </p:nvPr>
        </p:nvSpPr>
        <p:spPr>
          <a:xfrm>
            <a:off x="6547100" y="4736592"/>
            <a:ext cx="50292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1200"/>
              </a:spcBef>
              <a:spcAft>
                <a:spcPts val="0"/>
              </a:spcAft>
              <a:buSzPts val="1600"/>
              <a:buChar char="​"/>
              <a:defRPr sz="1600"/>
            </a:lvl1pPr>
            <a:lvl2pPr indent="-331469" lvl="1" marL="914400" rtl="0">
              <a:spcBef>
                <a:spcPts val="1200"/>
              </a:spcBef>
              <a:spcAft>
                <a:spcPts val="0"/>
              </a:spcAft>
              <a:buSzPts val="1620"/>
              <a:buChar char="•"/>
              <a:defRPr sz="1600"/>
            </a:lvl2pPr>
            <a:lvl3pPr indent="-320039" lvl="2" marL="1371600" rtl="0">
              <a:spcBef>
                <a:spcPts val="1200"/>
              </a:spcBef>
              <a:spcAft>
                <a:spcPts val="0"/>
              </a:spcAft>
              <a:buSzPts val="1440"/>
              <a:buChar char="–"/>
              <a:defRPr/>
            </a:lvl3pPr>
            <a:lvl4pPr indent="-330200" lvl="3" marL="1828800" rtl="0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rtl="0"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5pPr>
            <a:lvl6pPr indent="-330200" lvl="5" marL="2743200" rtl="0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rtl="0">
              <a:spcBef>
                <a:spcPts val="1200"/>
              </a:spcBef>
              <a:spcAft>
                <a:spcPts val="0"/>
              </a:spcAft>
              <a:buSzPts val="1600"/>
              <a:buChar char="-"/>
              <a:defRPr sz="1600"/>
            </a:lvl7pPr>
            <a:lvl8pPr indent="-330200" lvl="7" marL="3657600" rtl="0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rtl="0">
              <a:spcBef>
                <a:spcPts val="1200"/>
              </a:spcBef>
              <a:spcAft>
                <a:spcPts val="0"/>
              </a:spcAft>
              <a:buSzPts val="1600"/>
              <a:buChar char="-"/>
              <a:defRPr sz="1600"/>
            </a:lvl9pPr>
          </a:lstStyle>
          <a:p/>
        </p:txBody>
      </p:sp>
      <p:sp>
        <p:nvSpPr>
          <p:cNvPr id="127" name="Google Shape;127;p4"/>
          <p:cNvSpPr txBox="1"/>
          <p:nvPr>
            <p:ph idx="3" type="body"/>
          </p:nvPr>
        </p:nvSpPr>
        <p:spPr>
          <a:xfrm>
            <a:off x="6547100" y="5120640"/>
            <a:ext cx="50292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1200"/>
              </a:spcBef>
              <a:spcAft>
                <a:spcPts val="0"/>
              </a:spcAft>
              <a:buSzPts val="1600"/>
              <a:buChar char="​"/>
              <a:defRPr sz="1600"/>
            </a:lvl1pPr>
            <a:lvl2pPr indent="-331469" lvl="1" marL="914400" rtl="0">
              <a:spcBef>
                <a:spcPts val="1200"/>
              </a:spcBef>
              <a:spcAft>
                <a:spcPts val="0"/>
              </a:spcAft>
              <a:buSzPts val="1620"/>
              <a:buChar char="•"/>
              <a:defRPr sz="1600"/>
            </a:lvl2pPr>
            <a:lvl3pPr indent="-320039" lvl="2" marL="1371600" rtl="0">
              <a:spcBef>
                <a:spcPts val="1200"/>
              </a:spcBef>
              <a:spcAft>
                <a:spcPts val="0"/>
              </a:spcAft>
              <a:buSzPts val="1440"/>
              <a:buChar char="–"/>
              <a:defRPr/>
            </a:lvl3pPr>
            <a:lvl4pPr indent="-330200" lvl="3" marL="1828800" rtl="0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rtl="0"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5pPr>
            <a:lvl6pPr indent="-330200" lvl="5" marL="2743200" rtl="0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rtl="0">
              <a:spcBef>
                <a:spcPts val="1200"/>
              </a:spcBef>
              <a:spcAft>
                <a:spcPts val="0"/>
              </a:spcAft>
              <a:buSzPts val="1600"/>
              <a:buChar char="-"/>
              <a:defRPr sz="1600"/>
            </a:lvl7pPr>
            <a:lvl8pPr indent="-330200" lvl="7" marL="3657600" rtl="0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rtl="0">
              <a:spcBef>
                <a:spcPts val="1200"/>
              </a:spcBef>
              <a:spcAft>
                <a:spcPts val="0"/>
              </a:spcAft>
              <a:buSzPts val="1600"/>
              <a:buChar char="-"/>
              <a:defRPr sz="1600"/>
            </a:lvl9pPr>
          </a:lstStyle>
          <a:p/>
        </p:txBody>
      </p:sp>
      <p:sp>
        <p:nvSpPr>
          <p:cNvPr id="128" name="Google Shape;128;p4"/>
          <p:cNvSpPr txBox="1"/>
          <p:nvPr>
            <p:ph idx="4" type="body"/>
          </p:nvPr>
        </p:nvSpPr>
        <p:spPr>
          <a:xfrm>
            <a:off x="6547100" y="5486400"/>
            <a:ext cx="50292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spcBef>
                <a:spcPts val="1200"/>
              </a:spcBef>
              <a:spcAft>
                <a:spcPts val="0"/>
              </a:spcAft>
              <a:buSzPts val="1400"/>
              <a:buChar char="​"/>
              <a:defRPr sz="1400"/>
            </a:lvl1pPr>
            <a:lvl2pPr indent="-317500" lvl="1" marL="914400" rtl="0">
              <a:spcBef>
                <a:spcPts val="12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>
              <a:spcBef>
                <a:spcPts val="1200"/>
              </a:spcBef>
              <a:spcAft>
                <a:spcPts val="0"/>
              </a:spcAft>
              <a:buSzPts val="1400"/>
              <a:buChar char="–"/>
              <a:defRPr sz="1400"/>
            </a:lvl3pPr>
            <a:lvl4pPr indent="-308610" lvl="3" marL="1828800" rtl="0"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4pPr>
            <a:lvl5pPr indent="-317500" lvl="4" marL="2286000" rtl="0">
              <a:spcBef>
                <a:spcPts val="1200"/>
              </a:spcBef>
              <a:spcAft>
                <a:spcPts val="0"/>
              </a:spcAft>
              <a:buSzPts val="1400"/>
              <a:buChar char="–"/>
              <a:defRPr/>
            </a:lvl5pPr>
            <a:lvl6pPr indent="-317500" lvl="5" marL="2743200" rtl="0">
              <a:spcBef>
                <a:spcPts val="1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1200"/>
              </a:spcBef>
              <a:spcAft>
                <a:spcPts val="0"/>
              </a:spcAft>
              <a:buSzPts val="1400"/>
              <a:buChar char="-"/>
              <a:defRPr/>
            </a:lvl7pPr>
            <a:lvl8pPr indent="-317500" lvl="7" marL="3657600" rtl="0">
              <a:spcBef>
                <a:spcPts val="12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1200"/>
              </a:spcBef>
              <a:spcAft>
                <a:spcPts val="0"/>
              </a:spcAft>
              <a:buSzPts val="1400"/>
              <a:buChar char="-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A | Section Header - Leaf">
  <p:cSld name="CUSTOM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/>
          <p:nvPr/>
        </p:nvSpPr>
        <p:spPr>
          <a:xfrm>
            <a:off x="6526331" y="635863"/>
            <a:ext cx="5663315" cy="5331994"/>
          </a:xfrm>
          <a:custGeom>
            <a:rect b="b" l="l" r="r" t="t"/>
            <a:pathLst>
              <a:path extrusionOk="0" h="5331994" w="5663315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rgbClr val="61A00A"/>
              </a:gs>
              <a:gs pos="21000">
                <a:srgbClr val="61A00A"/>
              </a:gs>
              <a:gs pos="89000">
                <a:srgbClr val="0193C2"/>
              </a:gs>
              <a:gs pos="100000">
                <a:srgbClr val="0193C2"/>
              </a:gs>
            </a:gsLst>
            <a:lin ang="1890004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 txBox="1"/>
          <p:nvPr>
            <p:ph idx="12" type="sldNum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5"/>
          <p:cNvSpPr txBox="1"/>
          <p:nvPr>
            <p:ph type="title"/>
          </p:nvPr>
        </p:nvSpPr>
        <p:spPr>
          <a:xfrm>
            <a:off x="585216" y="941832"/>
            <a:ext cx="6428100" cy="1225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5"/>
          <p:cNvSpPr txBox="1"/>
          <p:nvPr>
            <p:ph idx="1" type="subTitle"/>
          </p:nvPr>
        </p:nvSpPr>
        <p:spPr>
          <a:xfrm>
            <a:off x="585225" y="2267712"/>
            <a:ext cx="6428100" cy="70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1200"/>
              </a:spcBef>
              <a:spcAft>
                <a:spcPts val="120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B | Section Header - Aqua">
  <p:cSld name="CUSTOM_1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/>
          <p:nvPr/>
        </p:nvSpPr>
        <p:spPr>
          <a:xfrm>
            <a:off x="6526331" y="635863"/>
            <a:ext cx="5663315" cy="5331994"/>
          </a:xfrm>
          <a:custGeom>
            <a:rect b="b" l="l" r="r" t="t"/>
            <a:pathLst>
              <a:path extrusionOk="0" h="5331994" w="5663315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rgbClr val="005B84"/>
              </a:gs>
              <a:gs pos="21000">
                <a:srgbClr val="005B84"/>
              </a:gs>
              <a:gs pos="89000">
                <a:srgbClr val="0193C2"/>
              </a:gs>
              <a:gs pos="100000">
                <a:srgbClr val="0193C2"/>
              </a:gs>
            </a:gsLst>
            <a:lin ang="1890004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6" name="Google Shape;136;p6"/>
          <p:cNvSpPr txBox="1"/>
          <p:nvPr>
            <p:ph idx="12" type="sldNum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6"/>
          <p:cNvSpPr txBox="1"/>
          <p:nvPr>
            <p:ph type="title"/>
          </p:nvPr>
        </p:nvSpPr>
        <p:spPr>
          <a:xfrm>
            <a:off x="585216" y="941832"/>
            <a:ext cx="6428100" cy="1225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6"/>
          <p:cNvSpPr txBox="1"/>
          <p:nvPr>
            <p:ph idx="1" type="subTitle"/>
          </p:nvPr>
        </p:nvSpPr>
        <p:spPr>
          <a:xfrm>
            <a:off x="585225" y="2267712"/>
            <a:ext cx="6428100" cy="70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1200"/>
              </a:spcBef>
              <a:spcAft>
                <a:spcPts val="120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C | Section Header - Plum">
  <p:cSld name="CUSTOM_12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6526331" y="635863"/>
            <a:ext cx="5663315" cy="5331994"/>
          </a:xfrm>
          <a:custGeom>
            <a:rect b="b" l="l" r="r" t="t"/>
            <a:pathLst>
              <a:path extrusionOk="0" h="5331994" w="5663315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rgbClr val="6C4B8F"/>
              </a:gs>
              <a:gs pos="21000">
                <a:srgbClr val="6C4B8F"/>
              </a:gs>
              <a:gs pos="89000">
                <a:srgbClr val="0193C2"/>
              </a:gs>
              <a:gs pos="100000">
                <a:srgbClr val="0193C2"/>
              </a:gs>
            </a:gsLst>
            <a:lin ang="1890004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1" name="Google Shape;141;p7"/>
          <p:cNvSpPr txBox="1"/>
          <p:nvPr>
            <p:ph idx="12" type="sldNum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7"/>
          <p:cNvSpPr txBox="1"/>
          <p:nvPr>
            <p:ph type="title"/>
          </p:nvPr>
        </p:nvSpPr>
        <p:spPr>
          <a:xfrm>
            <a:off x="585216" y="941832"/>
            <a:ext cx="6428100" cy="1225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7"/>
          <p:cNvSpPr txBox="1"/>
          <p:nvPr>
            <p:ph idx="1" type="subTitle"/>
          </p:nvPr>
        </p:nvSpPr>
        <p:spPr>
          <a:xfrm>
            <a:off x="585225" y="2267712"/>
            <a:ext cx="6428100" cy="70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1200"/>
              </a:spcBef>
              <a:spcAft>
                <a:spcPts val="120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D | Section Header - Photo">
  <p:cSld name="CUSTOM_12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8"/>
          <p:cNvPicPr preferRelativeResize="0"/>
          <p:nvPr/>
        </p:nvPicPr>
        <p:blipFill rotWithShape="1">
          <a:blip r:embed="rId2">
            <a:alphaModFix/>
          </a:blip>
          <a:srcRect b="0" l="7454" r="7454" t="0"/>
          <a:stretch/>
        </p:blipFill>
        <p:spPr>
          <a:xfrm>
            <a:off x="5878760" y="1298252"/>
            <a:ext cx="6323450" cy="555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8"/>
          <p:cNvSpPr/>
          <p:nvPr/>
        </p:nvSpPr>
        <p:spPr>
          <a:xfrm>
            <a:off x="5796065" y="1239063"/>
            <a:ext cx="6406144" cy="5618939"/>
          </a:xfrm>
          <a:custGeom>
            <a:rect b="b" l="l" r="r" t="t"/>
            <a:pathLst>
              <a:path extrusionOk="0" h="5618939" w="6406144">
                <a:moveTo>
                  <a:pt x="6312206" y="0"/>
                </a:moveTo>
                <a:lnTo>
                  <a:pt x="6406144" y="0"/>
                </a:lnTo>
                <a:lnTo>
                  <a:pt x="6406144" y="76059"/>
                </a:lnTo>
                <a:lnTo>
                  <a:pt x="6312206" y="76059"/>
                </a:lnTo>
                <a:cubicBezTo>
                  <a:pt x="5892268" y="76059"/>
                  <a:pt x="5489557" y="242868"/>
                  <a:pt x="5192668" y="539757"/>
                </a:cubicBezTo>
                <a:lnTo>
                  <a:pt x="118525" y="5613965"/>
                </a:lnTo>
                <a:lnTo>
                  <a:pt x="113031" y="5618939"/>
                </a:lnTo>
                <a:lnTo>
                  <a:pt x="0" y="5618939"/>
                </a:lnTo>
                <a:lnTo>
                  <a:pt x="64758" y="5560198"/>
                </a:lnTo>
                <a:lnTo>
                  <a:pt x="5138965" y="485927"/>
                </a:lnTo>
                <a:cubicBezTo>
                  <a:pt x="5293805" y="331086"/>
                  <a:pt x="5474927" y="210064"/>
                  <a:pt x="5677265" y="126279"/>
                </a:cubicBezTo>
                <a:cubicBezTo>
                  <a:pt x="5879602" y="42494"/>
                  <a:pt x="6093212" y="0"/>
                  <a:pt x="631220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22000">
                <a:schemeClr val="accent3"/>
              </a:gs>
              <a:gs pos="80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0" y="0"/>
            <a:ext cx="12188857" cy="6858000"/>
          </a:xfrm>
          <a:custGeom>
            <a:rect b="b" l="l" r="r" t="t"/>
            <a:pathLst>
              <a:path extrusionOk="0" h="6858000" w="12188857">
                <a:moveTo>
                  <a:pt x="10934986" y="1724978"/>
                </a:moveTo>
                <a:cubicBezTo>
                  <a:pt x="11089863" y="1570101"/>
                  <a:pt x="11270933" y="1449134"/>
                  <a:pt x="11473244" y="1365314"/>
                </a:cubicBezTo>
                <a:cubicBezTo>
                  <a:pt x="11675555" y="1281493"/>
                  <a:pt x="11889200" y="1239012"/>
                  <a:pt x="12108180" y="1239012"/>
                </a:cubicBezTo>
                <a:lnTo>
                  <a:pt x="12188857" y="1239012"/>
                </a:lnTo>
                <a:lnTo>
                  <a:pt x="12188857" y="0"/>
                </a:lnTo>
                <a:lnTo>
                  <a:pt x="0" y="0"/>
                </a:lnTo>
                <a:lnTo>
                  <a:pt x="0" y="6858000"/>
                </a:lnTo>
                <a:lnTo>
                  <a:pt x="5796058" y="6858000"/>
                </a:lnTo>
                <a:lnTo>
                  <a:pt x="5860828" y="6799231"/>
                </a:lnTo>
                <a:lnTo>
                  <a:pt x="10934986" y="1724978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8" name="Google Shape;148;p8"/>
          <p:cNvGrpSpPr/>
          <p:nvPr/>
        </p:nvGrpSpPr>
        <p:grpSpPr>
          <a:xfrm>
            <a:off x="265626" y="6323271"/>
            <a:ext cx="1249222" cy="369649"/>
            <a:chOff x="265625" y="6323271"/>
            <a:chExt cx="1249222" cy="369649"/>
          </a:xfrm>
        </p:grpSpPr>
        <p:grpSp>
          <p:nvGrpSpPr>
            <p:cNvPr id="149" name="Google Shape;149;p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50" name="Google Shape;150;p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rect b="b" l="l" r="r" t="t"/>
                <a:pathLst>
                  <a:path extrusionOk="0" h="81777" w="55936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rect b="b" l="l" r="r" t="t"/>
                <a:pathLst>
                  <a:path extrusionOk="0" h="74221" w="55872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rect b="b" l="l" r="r" t="t"/>
                <a:pathLst>
                  <a:path extrusionOk="0" h="77079" w="64317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rect b="b" l="l" r="r" t="t"/>
                <a:pathLst>
                  <a:path extrusionOk="0" h="59325" w="3409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rect b="b" l="l" r="r" t="t"/>
                <a:pathLst>
                  <a:path extrusionOk="0" h="60762" w="6209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rect b="b" l="l" r="r" t="t"/>
                <a:pathLst>
                  <a:path extrusionOk="0" h="60190" w="52698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rect b="b" l="l" r="r" t="t"/>
                <a:pathLst>
                  <a:path extrusionOk="0" h="81713" w="6025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rect b="b" l="l" r="r" t="t"/>
                <a:pathLst>
                  <a:path extrusionOk="0" h="60762" w="5390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rect b="b" l="l" r="r" t="t"/>
                <a:pathLst>
                  <a:path extrusionOk="0" h="60762" w="6209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rect b="b" l="l" r="r" t="t"/>
                <a:pathLst>
                  <a:path extrusionOk="0" h="59554" w="8863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0" name="Google Shape;160;p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61" name="Google Shape;161;p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rect b="b" l="l" r="r" t="t"/>
                <a:pathLst>
                  <a:path extrusionOk="0" h="184633" w="264126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rect b="b" l="l" r="r" t="t"/>
                <a:pathLst>
                  <a:path extrusionOk="0" h="184697" w="102285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rect b="b" l="l" r="r" t="t"/>
                <a:pathLst>
                  <a:path extrusionOk="0" h="186538" w="166856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rect b="b" l="l" r="r" t="t"/>
                <a:pathLst>
                  <a:path extrusionOk="0" h="186157" w="15796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rect b="b" l="l" r="r" t="t"/>
                <a:pathLst>
                  <a:path extrusionOk="0" h="190348" w="468782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rect b="b" l="l" r="r" t="t"/>
                <a:pathLst>
                  <a:path extrusionOk="0" h="44761" w="44507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rect b="b" l="l" r="r" t="t"/>
                <a:pathLst>
                  <a:path extrusionOk="0" h="21714" w="17968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8" name="Google Shape;168;p8"/>
          <p:cNvSpPr txBox="1"/>
          <p:nvPr>
            <p:ph idx="12" type="sldNum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69" name="Google Shape;169;p8"/>
          <p:cNvGrpSpPr/>
          <p:nvPr/>
        </p:nvGrpSpPr>
        <p:grpSpPr>
          <a:xfrm>
            <a:off x="1645525" y="6478316"/>
            <a:ext cx="4021200" cy="220291"/>
            <a:chOff x="1645525" y="6478316"/>
            <a:chExt cx="4021200" cy="220291"/>
          </a:xfrm>
        </p:grpSpPr>
        <p:sp>
          <p:nvSpPr>
            <p:cNvPr id="170" name="Google Shape;170;p8"/>
            <p:cNvSpPr txBox="1"/>
            <p:nvPr/>
          </p:nvSpPr>
          <p:spPr>
            <a:xfrm>
              <a:off x="1645525" y="6478316"/>
              <a:ext cx="31479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Broadcom Proprietary and Confidential. Copyright © </a:t>
              </a:r>
              <a:r>
                <a:rPr lang="en" sz="700">
                  <a:latin typeface="Roboto"/>
                  <a:ea typeface="Roboto"/>
                  <a:cs typeface="Roboto"/>
                  <a:sym typeface="Roboto"/>
                </a:rPr>
                <a:t>2025</a:t>
              </a: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Broadcom.  </a:t>
              </a:r>
              <a:endParaRPr sz="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1" name="Google Shape;171;p8"/>
            <p:cNvSpPr txBox="1"/>
            <p:nvPr/>
          </p:nvSpPr>
          <p:spPr>
            <a:xfrm>
              <a:off x="1645525" y="6590907"/>
              <a:ext cx="40212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All Rights Reserved. The term “Broadcom” refers to Broadcom Inc. and/or its subsidiaries.</a:t>
              </a:r>
              <a:endParaRPr sz="7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2" name="Google Shape;172;p8"/>
          <p:cNvSpPr txBox="1"/>
          <p:nvPr>
            <p:ph type="title"/>
          </p:nvPr>
        </p:nvSpPr>
        <p:spPr>
          <a:xfrm>
            <a:off x="585216" y="941832"/>
            <a:ext cx="6428100" cy="1225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8"/>
          <p:cNvSpPr txBox="1"/>
          <p:nvPr>
            <p:ph idx="1" type="subTitle"/>
          </p:nvPr>
        </p:nvSpPr>
        <p:spPr>
          <a:xfrm>
            <a:off x="585225" y="2267712"/>
            <a:ext cx="6428100" cy="70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1200"/>
              </a:spcBef>
              <a:spcAft>
                <a:spcPts val="120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A | Quote - Leaf" showMasterSp="0">
  <p:cSld name="Quote – Leaf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/>
          <p:nvPr/>
        </p:nvSpPr>
        <p:spPr>
          <a:xfrm>
            <a:off x="1" y="1"/>
            <a:ext cx="12197292" cy="6026415"/>
          </a:xfrm>
          <a:custGeom>
            <a:rect b="b" l="l" r="r" t="t"/>
            <a:pathLst>
              <a:path extrusionOk="0" h="6041519" w="12197292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rotWithShape="0" algn="ctr" sy="102000">
              <a:schemeClr val="accent3">
                <a:alpha val="941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-8466" y="1838848"/>
            <a:ext cx="12203641" cy="4206431"/>
          </a:xfrm>
          <a:custGeom>
            <a:rect b="b" l="l" r="r" t="t"/>
            <a:pathLst>
              <a:path extrusionOk="0" h="4206431" w="12203641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  <a:gs pos="100000">
                <a:srgbClr val="61A30E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7" name="Google Shape;177;p9"/>
          <p:cNvGrpSpPr/>
          <p:nvPr/>
        </p:nvGrpSpPr>
        <p:grpSpPr>
          <a:xfrm>
            <a:off x="265626" y="6323271"/>
            <a:ext cx="1249222" cy="369649"/>
            <a:chOff x="265625" y="6323271"/>
            <a:chExt cx="1249222" cy="369649"/>
          </a:xfrm>
        </p:grpSpPr>
        <p:grpSp>
          <p:nvGrpSpPr>
            <p:cNvPr id="178" name="Google Shape;178;p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79" name="Google Shape;179;p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rect b="b" l="l" r="r" t="t"/>
                <a:pathLst>
                  <a:path extrusionOk="0" h="81777" w="55936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rect b="b" l="l" r="r" t="t"/>
                <a:pathLst>
                  <a:path extrusionOk="0" h="74221" w="55872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rect b="b" l="l" r="r" t="t"/>
                <a:pathLst>
                  <a:path extrusionOk="0" h="77079" w="64317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rect b="b" l="l" r="r" t="t"/>
                <a:pathLst>
                  <a:path extrusionOk="0" h="59325" w="3409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rect b="b" l="l" r="r" t="t"/>
                <a:pathLst>
                  <a:path extrusionOk="0" h="60762" w="6209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rect b="b" l="l" r="r" t="t"/>
                <a:pathLst>
                  <a:path extrusionOk="0" h="60190" w="52698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rect b="b" l="l" r="r" t="t"/>
                <a:pathLst>
                  <a:path extrusionOk="0" h="81713" w="6025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rect b="b" l="l" r="r" t="t"/>
                <a:pathLst>
                  <a:path extrusionOk="0" h="60762" w="5390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rect b="b" l="l" r="r" t="t"/>
                <a:pathLst>
                  <a:path extrusionOk="0" h="60762" w="6209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rect b="b" l="l" r="r" t="t"/>
                <a:pathLst>
                  <a:path extrusionOk="0" h="59554" w="8863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9" name="Google Shape;189;p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90" name="Google Shape;190;p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rect b="b" l="l" r="r" t="t"/>
                <a:pathLst>
                  <a:path extrusionOk="0" h="184633" w="264126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rect b="b" l="l" r="r" t="t"/>
                <a:pathLst>
                  <a:path extrusionOk="0" h="184697" w="102285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rect b="b" l="l" r="r" t="t"/>
                <a:pathLst>
                  <a:path extrusionOk="0" h="186538" w="166856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rect b="b" l="l" r="r" t="t"/>
                <a:pathLst>
                  <a:path extrusionOk="0" h="186157" w="15796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rect b="b" l="l" r="r" t="t"/>
                <a:pathLst>
                  <a:path extrusionOk="0" h="190348" w="468782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rect b="b" l="l" r="r" t="t"/>
                <a:pathLst>
                  <a:path extrusionOk="0" h="44761" w="44507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rect b="b" l="l" r="r" t="t"/>
                <a:pathLst>
                  <a:path extrusionOk="0" h="21714" w="17968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97" name="Google Shape;197;p9"/>
          <p:cNvSpPr txBox="1"/>
          <p:nvPr>
            <p:ph idx="12" type="sldNum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98" name="Google Shape;198;p9"/>
          <p:cNvGrpSpPr/>
          <p:nvPr/>
        </p:nvGrpSpPr>
        <p:grpSpPr>
          <a:xfrm>
            <a:off x="1645525" y="6478316"/>
            <a:ext cx="4021200" cy="220291"/>
            <a:chOff x="1645525" y="6478316"/>
            <a:chExt cx="4021200" cy="220291"/>
          </a:xfrm>
        </p:grpSpPr>
        <p:sp>
          <p:nvSpPr>
            <p:cNvPr id="199" name="Google Shape;199;p9"/>
            <p:cNvSpPr txBox="1"/>
            <p:nvPr/>
          </p:nvSpPr>
          <p:spPr>
            <a:xfrm>
              <a:off x="1645525" y="6478316"/>
              <a:ext cx="31479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Broadcom Proprietary and Confidential. Copyright © </a:t>
              </a:r>
              <a:r>
                <a:rPr lang="en" sz="700">
                  <a:latin typeface="Roboto"/>
                  <a:ea typeface="Roboto"/>
                  <a:cs typeface="Roboto"/>
                  <a:sym typeface="Roboto"/>
                </a:rPr>
                <a:t>2025</a:t>
              </a: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Broadcom.  </a:t>
              </a:r>
              <a:endParaRPr sz="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0" name="Google Shape;200;p9"/>
            <p:cNvSpPr txBox="1"/>
            <p:nvPr/>
          </p:nvSpPr>
          <p:spPr>
            <a:xfrm>
              <a:off x="1645525" y="6590907"/>
              <a:ext cx="40212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All Rights Reserved. The term “Broadcom” refers to Broadcom Inc. and/or its subsidiaries.</a:t>
              </a:r>
              <a:endParaRPr sz="7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01" name="Google Shape;201;p9"/>
          <p:cNvSpPr/>
          <p:nvPr>
            <p:ph idx="2" type="pic"/>
          </p:nvPr>
        </p:nvSpPr>
        <p:spPr>
          <a:xfrm>
            <a:off x="8924544" y="4617720"/>
            <a:ext cx="27432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9"/>
          <p:cNvSpPr txBox="1"/>
          <p:nvPr>
            <p:ph idx="1" type="body"/>
          </p:nvPr>
        </p:nvSpPr>
        <p:spPr>
          <a:xfrm>
            <a:off x="281172" y="1600200"/>
            <a:ext cx="54147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“"/>
              <a:defRPr sz="2800">
                <a:solidFill>
                  <a:schemeClr val="accent2"/>
                </a:solidFill>
              </a:defRPr>
            </a:lvl1pPr>
            <a:lvl2pPr indent="-331469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“"/>
              <a:defRPr>
                <a:solidFill>
                  <a:schemeClr val="accent2"/>
                </a:solidFill>
              </a:defRPr>
            </a:lvl2pPr>
            <a:lvl3pPr indent="-320039" lvl="2" marL="1371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40"/>
              <a:buChar char="“"/>
              <a:defRPr>
                <a:solidFill>
                  <a:schemeClr val="accent2"/>
                </a:solidFill>
              </a:defRPr>
            </a:lvl3pPr>
            <a:lvl4pPr indent="-308610" lvl="3" marL="18288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“"/>
              <a:defRPr>
                <a:solidFill>
                  <a:schemeClr val="accent2"/>
                </a:solidFill>
              </a:defRPr>
            </a:lvl4pPr>
            <a:lvl5pPr indent="-308610" lvl="4" marL="2286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“"/>
              <a:defRPr>
                <a:solidFill>
                  <a:schemeClr val="accent2"/>
                </a:solidFill>
              </a:defRPr>
            </a:lvl5pPr>
            <a:lvl6pPr indent="-331470" lvl="5" marL="2743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•"/>
              <a:defRPr>
                <a:solidFill>
                  <a:schemeClr val="accent2"/>
                </a:solidFill>
              </a:defRPr>
            </a:lvl6pPr>
            <a:lvl7pPr indent="-331470" lvl="6" marL="3200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-"/>
              <a:defRPr>
                <a:solidFill>
                  <a:schemeClr val="accent2"/>
                </a:solidFill>
              </a:defRPr>
            </a:lvl7pPr>
            <a:lvl8pPr indent="-331470" lvl="7" marL="3657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•"/>
              <a:defRPr>
                <a:solidFill>
                  <a:schemeClr val="accent2"/>
                </a:solidFill>
              </a:defRPr>
            </a:lvl8pPr>
            <a:lvl9pPr indent="-331470" lvl="8" marL="411480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20"/>
              <a:buChar char="-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3" name="Google Shape;203;p9"/>
          <p:cNvSpPr txBox="1"/>
          <p:nvPr>
            <p:ph idx="3" type="body"/>
          </p:nvPr>
        </p:nvSpPr>
        <p:spPr>
          <a:xfrm>
            <a:off x="603504" y="5065776"/>
            <a:ext cx="45810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​"/>
              <a:defRPr sz="1800"/>
            </a:lvl1pPr>
            <a:lvl2pPr indent="-342900" lvl="1" marL="914400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20039" lvl="2" marL="1371600">
              <a:spcBef>
                <a:spcPts val="1200"/>
              </a:spcBef>
              <a:spcAft>
                <a:spcPts val="0"/>
              </a:spcAft>
              <a:buSzPts val="1440"/>
              <a:buChar char="–"/>
              <a:defRPr/>
            </a:lvl3pPr>
            <a:lvl4pPr indent="-330200" lvl="3" marL="18288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17500" lvl="4" marL="2286000">
              <a:spcBef>
                <a:spcPts val="1200"/>
              </a:spcBef>
              <a:spcAft>
                <a:spcPts val="0"/>
              </a:spcAft>
              <a:buSzPts val="1400"/>
              <a:buChar char="–"/>
              <a:defRPr/>
            </a:lvl5pPr>
            <a:lvl6pPr indent="-317500" lvl="5" marL="2743200">
              <a:spcBef>
                <a:spcPts val="1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1200"/>
              </a:spcBef>
              <a:spcAft>
                <a:spcPts val="0"/>
              </a:spcAft>
              <a:buSzPts val="1400"/>
              <a:buChar char="-"/>
              <a:defRPr/>
            </a:lvl7pPr>
            <a:lvl8pPr indent="-317500" lvl="7" marL="3657600">
              <a:spcBef>
                <a:spcPts val="12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1200"/>
              </a:spcBef>
              <a:spcAft>
                <a:spcPts val="1200"/>
              </a:spcAft>
              <a:buSzPts val="1400"/>
              <a:buChar char="-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B | Quote - Aqua" showMasterSp="0">
  <p:cSld name="Quote – Leaf_2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"/>
          <p:cNvSpPr/>
          <p:nvPr/>
        </p:nvSpPr>
        <p:spPr>
          <a:xfrm>
            <a:off x="1" y="1"/>
            <a:ext cx="12197292" cy="6026415"/>
          </a:xfrm>
          <a:custGeom>
            <a:rect b="b" l="l" r="r" t="t"/>
            <a:pathLst>
              <a:path extrusionOk="0" h="6041519" w="12197292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rotWithShape="0" algn="ctr" sy="102000">
              <a:schemeClr val="accent3">
                <a:alpha val="941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-8466" y="1838848"/>
            <a:ext cx="12203641" cy="4206431"/>
          </a:xfrm>
          <a:custGeom>
            <a:rect b="b" l="l" r="r" t="t"/>
            <a:pathLst>
              <a:path extrusionOk="0" h="4206431" w="12203641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rgbClr val="005B84"/>
              </a:gs>
              <a:gs pos="100000">
                <a:srgbClr val="005B8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7" name="Google Shape;207;p10"/>
          <p:cNvGrpSpPr/>
          <p:nvPr/>
        </p:nvGrpSpPr>
        <p:grpSpPr>
          <a:xfrm>
            <a:off x="265626" y="6323271"/>
            <a:ext cx="1249222" cy="369649"/>
            <a:chOff x="265625" y="6323271"/>
            <a:chExt cx="1249222" cy="369649"/>
          </a:xfrm>
        </p:grpSpPr>
        <p:grpSp>
          <p:nvGrpSpPr>
            <p:cNvPr id="208" name="Google Shape;208;p10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09" name="Google Shape;209;p10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rect b="b" l="l" r="r" t="t"/>
                <a:pathLst>
                  <a:path extrusionOk="0" h="81777" w="55936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10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rect b="b" l="l" r="r" t="t"/>
                <a:pathLst>
                  <a:path extrusionOk="0" h="74221" w="55872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10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rect b="b" l="l" r="r" t="t"/>
                <a:pathLst>
                  <a:path extrusionOk="0" h="77079" w="64317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10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rect b="b" l="l" r="r" t="t"/>
                <a:pathLst>
                  <a:path extrusionOk="0" h="59325" w="3409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10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rect b="b" l="l" r="r" t="t"/>
                <a:pathLst>
                  <a:path extrusionOk="0" h="60762" w="6209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10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rect b="b" l="l" r="r" t="t"/>
                <a:pathLst>
                  <a:path extrusionOk="0" h="60190" w="52698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10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rect b="b" l="l" r="r" t="t"/>
                <a:pathLst>
                  <a:path extrusionOk="0" h="81713" w="6025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10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rect b="b" l="l" r="r" t="t"/>
                <a:pathLst>
                  <a:path extrusionOk="0" h="60762" w="5390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10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rect b="b" l="l" r="r" t="t"/>
                <a:pathLst>
                  <a:path extrusionOk="0" h="60762" w="6209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10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rect b="b" l="l" r="r" t="t"/>
                <a:pathLst>
                  <a:path extrusionOk="0" h="59554" w="8863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9" name="Google Shape;219;p10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20" name="Google Shape;220;p10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rect b="b" l="l" r="r" t="t"/>
                <a:pathLst>
                  <a:path extrusionOk="0" h="184633" w="264126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10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rect b="b" l="l" r="r" t="t"/>
                <a:pathLst>
                  <a:path extrusionOk="0" h="184697" w="102285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10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rect b="b" l="l" r="r" t="t"/>
                <a:pathLst>
                  <a:path extrusionOk="0" h="186538" w="166856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10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rect b="b" l="l" r="r" t="t"/>
                <a:pathLst>
                  <a:path extrusionOk="0" h="186157" w="15796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10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rect b="b" l="l" r="r" t="t"/>
                <a:pathLst>
                  <a:path extrusionOk="0" h="190348" w="468782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rect b="b" l="l" r="r" t="t"/>
                <a:pathLst>
                  <a:path extrusionOk="0" h="44761" w="44507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rect b="b" l="l" r="r" t="t"/>
                <a:pathLst>
                  <a:path extrusionOk="0" h="21714" w="17968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27" name="Google Shape;227;p10"/>
          <p:cNvSpPr txBox="1"/>
          <p:nvPr>
            <p:ph idx="12" type="sldNum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28" name="Google Shape;228;p10"/>
          <p:cNvGrpSpPr/>
          <p:nvPr/>
        </p:nvGrpSpPr>
        <p:grpSpPr>
          <a:xfrm>
            <a:off x="1645525" y="6478316"/>
            <a:ext cx="4021200" cy="220291"/>
            <a:chOff x="1645525" y="6478316"/>
            <a:chExt cx="4021200" cy="220291"/>
          </a:xfrm>
        </p:grpSpPr>
        <p:sp>
          <p:nvSpPr>
            <p:cNvPr id="229" name="Google Shape;229;p10"/>
            <p:cNvSpPr txBox="1"/>
            <p:nvPr/>
          </p:nvSpPr>
          <p:spPr>
            <a:xfrm>
              <a:off x="1645525" y="6478316"/>
              <a:ext cx="31479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Broadcom Proprietary and Confidential. Copyright © </a:t>
              </a:r>
              <a:r>
                <a:rPr lang="en" sz="700">
                  <a:latin typeface="Roboto"/>
                  <a:ea typeface="Roboto"/>
                  <a:cs typeface="Roboto"/>
                  <a:sym typeface="Roboto"/>
                </a:rPr>
                <a:t>2025</a:t>
              </a: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Broadcom.  </a:t>
              </a:r>
              <a:endParaRPr sz="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0" name="Google Shape;230;p10"/>
            <p:cNvSpPr txBox="1"/>
            <p:nvPr/>
          </p:nvSpPr>
          <p:spPr>
            <a:xfrm>
              <a:off x="1645525" y="6590907"/>
              <a:ext cx="40212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All Rights Reserved. The term “Broadcom” refers to Broadcom Inc. and/or its subsidiaries.</a:t>
              </a:r>
              <a:endParaRPr sz="7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31" name="Google Shape;231;p10"/>
          <p:cNvSpPr/>
          <p:nvPr>
            <p:ph idx="2" type="pic"/>
          </p:nvPr>
        </p:nvSpPr>
        <p:spPr>
          <a:xfrm>
            <a:off x="8924544" y="4617720"/>
            <a:ext cx="27432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10"/>
          <p:cNvSpPr txBox="1"/>
          <p:nvPr>
            <p:ph idx="1" type="body"/>
          </p:nvPr>
        </p:nvSpPr>
        <p:spPr>
          <a:xfrm>
            <a:off x="281172" y="1600200"/>
            <a:ext cx="54147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“"/>
              <a:defRPr sz="2800">
                <a:solidFill>
                  <a:schemeClr val="accent2"/>
                </a:solidFill>
              </a:defRPr>
            </a:lvl1pPr>
            <a:lvl2pPr indent="-331469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“"/>
              <a:defRPr>
                <a:solidFill>
                  <a:schemeClr val="accent2"/>
                </a:solidFill>
              </a:defRPr>
            </a:lvl2pPr>
            <a:lvl3pPr indent="-320039" lvl="2" marL="1371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40"/>
              <a:buChar char="“"/>
              <a:defRPr>
                <a:solidFill>
                  <a:schemeClr val="accent2"/>
                </a:solidFill>
              </a:defRPr>
            </a:lvl3pPr>
            <a:lvl4pPr indent="-308610" lvl="3" marL="18288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“"/>
              <a:defRPr>
                <a:solidFill>
                  <a:schemeClr val="accent2"/>
                </a:solidFill>
              </a:defRPr>
            </a:lvl4pPr>
            <a:lvl5pPr indent="-308610" lvl="4" marL="2286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“"/>
              <a:defRPr>
                <a:solidFill>
                  <a:schemeClr val="accent2"/>
                </a:solidFill>
              </a:defRPr>
            </a:lvl5pPr>
            <a:lvl6pPr indent="-331470" lvl="5" marL="2743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•"/>
              <a:defRPr>
                <a:solidFill>
                  <a:schemeClr val="accent2"/>
                </a:solidFill>
              </a:defRPr>
            </a:lvl6pPr>
            <a:lvl7pPr indent="-331470" lvl="6" marL="3200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-"/>
              <a:defRPr>
                <a:solidFill>
                  <a:schemeClr val="accent2"/>
                </a:solidFill>
              </a:defRPr>
            </a:lvl7pPr>
            <a:lvl8pPr indent="-331470" lvl="7" marL="3657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•"/>
              <a:defRPr>
                <a:solidFill>
                  <a:schemeClr val="accent2"/>
                </a:solidFill>
              </a:defRPr>
            </a:lvl8pPr>
            <a:lvl9pPr indent="-331470" lvl="8" marL="411480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20"/>
              <a:buChar char="-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33" name="Google Shape;233;p10"/>
          <p:cNvSpPr txBox="1"/>
          <p:nvPr>
            <p:ph idx="3" type="body"/>
          </p:nvPr>
        </p:nvSpPr>
        <p:spPr>
          <a:xfrm>
            <a:off x="603504" y="5065776"/>
            <a:ext cx="45810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​"/>
              <a:defRPr sz="1800"/>
            </a:lvl1pPr>
            <a:lvl2pPr indent="-342900" lvl="1" marL="914400" rtl="0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20039" lvl="2" marL="1371600" rtl="0">
              <a:spcBef>
                <a:spcPts val="1200"/>
              </a:spcBef>
              <a:spcAft>
                <a:spcPts val="0"/>
              </a:spcAft>
              <a:buSzPts val="1440"/>
              <a:buChar char="–"/>
              <a:defRPr/>
            </a:lvl3pPr>
            <a:lvl4pPr indent="-330200" lvl="3" marL="1828800" rtl="0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17500" lvl="4" marL="2286000" rtl="0">
              <a:spcBef>
                <a:spcPts val="1200"/>
              </a:spcBef>
              <a:spcAft>
                <a:spcPts val="0"/>
              </a:spcAft>
              <a:buSzPts val="1400"/>
              <a:buChar char="–"/>
              <a:defRPr/>
            </a:lvl5pPr>
            <a:lvl6pPr indent="-317500" lvl="5" marL="2743200" rtl="0">
              <a:spcBef>
                <a:spcPts val="1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1200"/>
              </a:spcBef>
              <a:spcAft>
                <a:spcPts val="0"/>
              </a:spcAft>
              <a:buSzPts val="1400"/>
              <a:buChar char="-"/>
              <a:defRPr/>
            </a:lvl7pPr>
            <a:lvl8pPr indent="-317500" lvl="7" marL="3657600" rtl="0">
              <a:spcBef>
                <a:spcPts val="12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1200"/>
              </a:spcBef>
              <a:spcAft>
                <a:spcPts val="1200"/>
              </a:spcAft>
              <a:buSzPts val="1400"/>
              <a:buChar char="-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C | Quote - Plum" showMasterSp="0">
  <p:cSld name="Quote – Leaf_2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"/>
          <p:cNvSpPr/>
          <p:nvPr/>
        </p:nvSpPr>
        <p:spPr>
          <a:xfrm>
            <a:off x="1" y="1"/>
            <a:ext cx="12197292" cy="6026415"/>
          </a:xfrm>
          <a:custGeom>
            <a:rect b="b" l="l" r="r" t="t"/>
            <a:pathLst>
              <a:path extrusionOk="0" h="6041519" w="12197292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rotWithShape="0" algn="ctr" sy="102000">
              <a:schemeClr val="accent3">
                <a:alpha val="941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-8466" y="1838848"/>
            <a:ext cx="12203641" cy="4206431"/>
          </a:xfrm>
          <a:custGeom>
            <a:rect b="b" l="l" r="r" t="t"/>
            <a:pathLst>
              <a:path extrusionOk="0" h="4206431" w="12203641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90000">
                <a:srgbClr val="6C4B8F"/>
              </a:gs>
              <a:gs pos="100000">
                <a:srgbClr val="6C4B8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7" name="Google Shape;237;p11"/>
          <p:cNvGrpSpPr/>
          <p:nvPr/>
        </p:nvGrpSpPr>
        <p:grpSpPr>
          <a:xfrm>
            <a:off x="265626" y="6323271"/>
            <a:ext cx="1249222" cy="369649"/>
            <a:chOff x="265625" y="6323271"/>
            <a:chExt cx="1249222" cy="369649"/>
          </a:xfrm>
        </p:grpSpPr>
        <p:grpSp>
          <p:nvGrpSpPr>
            <p:cNvPr id="238" name="Google Shape;238;p1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39" name="Google Shape;239;p1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rect b="b" l="l" r="r" t="t"/>
                <a:pathLst>
                  <a:path extrusionOk="0" h="81777" w="55936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1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rect b="b" l="l" r="r" t="t"/>
                <a:pathLst>
                  <a:path extrusionOk="0" h="74221" w="55872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rect b="b" l="l" r="r" t="t"/>
                <a:pathLst>
                  <a:path extrusionOk="0" h="77079" w="64317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rect b="b" l="l" r="r" t="t"/>
                <a:pathLst>
                  <a:path extrusionOk="0" h="59325" w="3409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1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rect b="b" l="l" r="r" t="t"/>
                <a:pathLst>
                  <a:path extrusionOk="0" h="60762" w="6209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1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rect b="b" l="l" r="r" t="t"/>
                <a:pathLst>
                  <a:path extrusionOk="0" h="60190" w="52698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rect b="b" l="l" r="r" t="t"/>
                <a:pathLst>
                  <a:path extrusionOk="0" h="81713" w="6025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rect b="b" l="l" r="r" t="t"/>
                <a:pathLst>
                  <a:path extrusionOk="0" h="60762" w="5390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rect b="b" l="l" r="r" t="t"/>
                <a:pathLst>
                  <a:path extrusionOk="0" h="60762" w="6209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rect b="b" l="l" r="r" t="t"/>
                <a:pathLst>
                  <a:path extrusionOk="0" h="59554" w="8863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50" name="Google Shape;250;p1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rect b="b" l="l" r="r" t="t"/>
                <a:pathLst>
                  <a:path extrusionOk="0" h="184633" w="264126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rect b="b" l="l" r="r" t="t"/>
                <a:pathLst>
                  <a:path extrusionOk="0" h="184697" w="102285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rect b="b" l="l" r="r" t="t"/>
                <a:pathLst>
                  <a:path extrusionOk="0" h="186538" w="166856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rect b="b" l="l" r="r" t="t"/>
                <a:pathLst>
                  <a:path extrusionOk="0" h="186157" w="15796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1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rect b="b" l="l" r="r" t="t"/>
                <a:pathLst>
                  <a:path extrusionOk="0" h="190348" w="468782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1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rect b="b" l="l" r="r" t="t"/>
                <a:pathLst>
                  <a:path extrusionOk="0" h="44761" w="44507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rect b="b" l="l" r="r" t="t"/>
                <a:pathLst>
                  <a:path extrusionOk="0" h="21714" w="17968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57" name="Google Shape;257;p11"/>
          <p:cNvSpPr txBox="1"/>
          <p:nvPr>
            <p:ph idx="12" type="sldNum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58" name="Google Shape;258;p11"/>
          <p:cNvGrpSpPr/>
          <p:nvPr/>
        </p:nvGrpSpPr>
        <p:grpSpPr>
          <a:xfrm>
            <a:off x="1645525" y="6478316"/>
            <a:ext cx="4021200" cy="220291"/>
            <a:chOff x="1645525" y="6478316"/>
            <a:chExt cx="4021200" cy="220291"/>
          </a:xfrm>
        </p:grpSpPr>
        <p:sp>
          <p:nvSpPr>
            <p:cNvPr id="259" name="Google Shape;259;p11"/>
            <p:cNvSpPr txBox="1"/>
            <p:nvPr/>
          </p:nvSpPr>
          <p:spPr>
            <a:xfrm>
              <a:off x="1645525" y="6478316"/>
              <a:ext cx="31479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Broadcom Proprietary and Confidential. Copyright © </a:t>
              </a:r>
              <a:r>
                <a:rPr lang="en" sz="700">
                  <a:latin typeface="Roboto"/>
                  <a:ea typeface="Roboto"/>
                  <a:cs typeface="Roboto"/>
                  <a:sym typeface="Roboto"/>
                </a:rPr>
                <a:t>2025</a:t>
              </a: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Broadcom.  </a:t>
              </a:r>
              <a:endParaRPr sz="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0" name="Google Shape;260;p11"/>
            <p:cNvSpPr txBox="1"/>
            <p:nvPr/>
          </p:nvSpPr>
          <p:spPr>
            <a:xfrm>
              <a:off x="1645525" y="6590907"/>
              <a:ext cx="40212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All Rights Reserved. The term “Broadcom” refers to Broadcom Inc. and/or its subsidiaries.</a:t>
              </a:r>
              <a:endParaRPr sz="7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61" name="Google Shape;261;p11"/>
          <p:cNvSpPr/>
          <p:nvPr>
            <p:ph idx="2" type="pic"/>
          </p:nvPr>
        </p:nvSpPr>
        <p:spPr>
          <a:xfrm>
            <a:off x="8924544" y="4617720"/>
            <a:ext cx="27432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11"/>
          <p:cNvSpPr txBox="1"/>
          <p:nvPr>
            <p:ph idx="1" type="body"/>
          </p:nvPr>
        </p:nvSpPr>
        <p:spPr>
          <a:xfrm>
            <a:off x="281172" y="1600200"/>
            <a:ext cx="54147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“"/>
              <a:defRPr sz="2800">
                <a:solidFill>
                  <a:schemeClr val="accent2"/>
                </a:solidFill>
              </a:defRPr>
            </a:lvl1pPr>
            <a:lvl2pPr indent="-331469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“"/>
              <a:defRPr>
                <a:solidFill>
                  <a:schemeClr val="accent2"/>
                </a:solidFill>
              </a:defRPr>
            </a:lvl2pPr>
            <a:lvl3pPr indent="-320039" lvl="2" marL="1371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40"/>
              <a:buChar char="“"/>
              <a:defRPr>
                <a:solidFill>
                  <a:schemeClr val="accent2"/>
                </a:solidFill>
              </a:defRPr>
            </a:lvl3pPr>
            <a:lvl4pPr indent="-308610" lvl="3" marL="18288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“"/>
              <a:defRPr>
                <a:solidFill>
                  <a:schemeClr val="accent2"/>
                </a:solidFill>
              </a:defRPr>
            </a:lvl4pPr>
            <a:lvl5pPr indent="-308610" lvl="4" marL="2286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“"/>
              <a:defRPr>
                <a:solidFill>
                  <a:schemeClr val="accent2"/>
                </a:solidFill>
              </a:defRPr>
            </a:lvl5pPr>
            <a:lvl6pPr indent="-331470" lvl="5" marL="2743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•"/>
              <a:defRPr>
                <a:solidFill>
                  <a:schemeClr val="accent2"/>
                </a:solidFill>
              </a:defRPr>
            </a:lvl6pPr>
            <a:lvl7pPr indent="-331470" lvl="6" marL="3200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-"/>
              <a:defRPr>
                <a:solidFill>
                  <a:schemeClr val="accent2"/>
                </a:solidFill>
              </a:defRPr>
            </a:lvl7pPr>
            <a:lvl8pPr indent="-331470" lvl="7" marL="3657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•"/>
              <a:defRPr>
                <a:solidFill>
                  <a:schemeClr val="accent2"/>
                </a:solidFill>
              </a:defRPr>
            </a:lvl8pPr>
            <a:lvl9pPr indent="-331470" lvl="8" marL="411480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20"/>
              <a:buChar char="-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63" name="Google Shape;263;p11"/>
          <p:cNvSpPr txBox="1"/>
          <p:nvPr>
            <p:ph idx="3" type="body"/>
          </p:nvPr>
        </p:nvSpPr>
        <p:spPr>
          <a:xfrm>
            <a:off x="603504" y="5065776"/>
            <a:ext cx="45810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​"/>
              <a:defRPr sz="1800"/>
            </a:lvl1pPr>
            <a:lvl2pPr indent="-342900" lvl="1" marL="914400" rtl="0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20039" lvl="2" marL="1371600" rtl="0">
              <a:spcBef>
                <a:spcPts val="1200"/>
              </a:spcBef>
              <a:spcAft>
                <a:spcPts val="0"/>
              </a:spcAft>
              <a:buSzPts val="1440"/>
              <a:buChar char="–"/>
              <a:defRPr/>
            </a:lvl3pPr>
            <a:lvl4pPr indent="-330200" lvl="3" marL="1828800" rtl="0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17500" lvl="4" marL="2286000" rtl="0">
              <a:spcBef>
                <a:spcPts val="1200"/>
              </a:spcBef>
              <a:spcAft>
                <a:spcPts val="0"/>
              </a:spcAft>
              <a:buSzPts val="1400"/>
              <a:buChar char="–"/>
              <a:defRPr/>
            </a:lvl5pPr>
            <a:lvl6pPr indent="-317500" lvl="5" marL="2743200" rtl="0">
              <a:spcBef>
                <a:spcPts val="1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1200"/>
              </a:spcBef>
              <a:spcAft>
                <a:spcPts val="0"/>
              </a:spcAft>
              <a:buSzPts val="1400"/>
              <a:buChar char="-"/>
              <a:defRPr/>
            </a:lvl7pPr>
            <a:lvl8pPr indent="-317500" lvl="7" marL="3657600" rtl="0">
              <a:spcBef>
                <a:spcPts val="12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1200"/>
              </a:spcBef>
              <a:spcAft>
                <a:spcPts val="1200"/>
              </a:spcAft>
              <a:buSzPts val="1400"/>
              <a:buChar char="-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D | Quote - Photo" showMasterSp="0">
  <p:cSld name="Quote – Leaf_1_1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oking up view of a tall building with glass windows&#10;&#10;Description automatically generated" id="265" name="Google Shape;265;p12"/>
          <p:cNvPicPr preferRelativeResize="0"/>
          <p:nvPr/>
        </p:nvPicPr>
        <p:blipFill rotWithShape="1">
          <a:blip r:embed="rId2">
            <a:alphaModFix/>
          </a:blip>
          <a:srcRect b="305" l="158" r="1066" t="1221"/>
          <a:stretch/>
        </p:blipFill>
        <p:spPr>
          <a:xfrm>
            <a:off x="1830470" y="0"/>
            <a:ext cx="1036153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2"/>
          <p:cNvSpPr/>
          <p:nvPr/>
        </p:nvSpPr>
        <p:spPr>
          <a:xfrm>
            <a:off x="0" y="0"/>
            <a:ext cx="121854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42000">
                <a:srgbClr val="FFFFFF"/>
              </a:gs>
              <a:gs pos="61000">
                <a:srgbClr val="FFFFFF">
                  <a:alpha val="0"/>
                </a:srgbClr>
              </a:gs>
              <a:gs pos="7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7" name="Google Shape;267;p12"/>
          <p:cNvGrpSpPr/>
          <p:nvPr/>
        </p:nvGrpSpPr>
        <p:grpSpPr>
          <a:xfrm>
            <a:off x="265626" y="6323271"/>
            <a:ext cx="1249222" cy="369649"/>
            <a:chOff x="265625" y="6323271"/>
            <a:chExt cx="1249222" cy="369649"/>
          </a:xfrm>
        </p:grpSpPr>
        <p:grpSp>
          <p:nvGrpSpPr>
            <p:cNvPr id="268" name="Google Shape;268;p12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69" name="Google Shape;269;p12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rect b="b" l="l" r="r" t="t"/>
                <a:pathLst>
                  <a:path extrusionOk="0" h="81777" w="55936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12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rect b="b" l="l" r="r" t="t"/>
                <a:pathLst>
                  <a:path extrusionOk="0" h="74221" w="55872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12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rect b="b" l="l" r="r" t="t"/>
                <a:pathLst>
                  <a:path extrusionOk="0" h="77079" w="64317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12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rect b="b" l="l" r="r" t="t"/>
                <a:pathLst>
                  <a:path extrusionOk="0" h="59325" w="3409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12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rect b="b" l="l" r="r" t="t"/>
                <a:pathLst>
                  <a:path extrusionOk="0" h="60762" w="6209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12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rect b="b" l="l" r="r" t="t"/>
                <a:pathLst>
                  <a:path extrusionOk="0" h="60190" w="52698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12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rect b="b" l="l" r="r" t="t"/>
                <a:pathLst>
                  <a:path extrusionOk="0" h="81713" w="6025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12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rect b="b" l="l" r="r" t="t"/>
                <a:pathLst>
                  <a:path extrusionOk="0" h="60762" w="5390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12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rect b="b" l="l" r="r" t="t"/>
                <a:pathLst>
                  <a:path extrusionOk="0" h="60762" w="6209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12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rect b="b" l="l" r="r" t="t"/>
                <a:pathLst>
                  <a:path extrusionOk="0" h="59554" w="8863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9" name="Google Shape;279;p12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80" name="Google Shape;280;p12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rect b="b" l="l" r="r" t="t"/>
                <a:pathLst>
                  <a:path extrusionOk="0" h="184633" w="264126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12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rect b="b" l="l" r="r" t="t"/>
                <a:pathLst>
                  <a:path extrusionOk="0" h="184697" w="102285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12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rect b="b" l="l" r="r" t="t"/>
                <a:pathLst>
                  <a:path extrusionOk="0" h="186538" w="166856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12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rect b="b" l="l" r="r" t="t"/>
                <a:pathLst>
                  <a:path extrusionOk="0" h="186157" w="15796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12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rect b="b" l="l" r="r" t="t"/>
                <a:pathLst>
                  <a:path extrusionOk="0" h="190348" w="468782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12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rect b="b" l="l" r="r" t="t"/>
                <a:pathLst>
                  <a:path extrusionOk="0" h="44761" w="44507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12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rect b="b" l="l" r="r" t="t"/>
                <a:pathLst>
                  <a:path extrusionOk="0" h="21714" w="17968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87" name="Google Shape;287;p12"/>
          <p:cNvSpPr txBox="1"/>
          <p:nvPr>
            <p:ph idx="12" type="sldNum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6479" y="0"/>
            <a:ext cx="10295334" cy="6040452"/>
          </a:xfrm>
          <a:custGeom>
            <a:rect b="b" l="l" r="r" t="t"/>
            <a:pathLst>
              <a:path extrusionOk="0" h="6040452" w="10295334">
                <a:moveTo>
                  <a:pt x="10186830" y="0"/>
                </a:moveTo>
                <a:lnTo>
                  <a:pt x="10295334" y="0"/>
                </a:lnTo>
                <a:lnTo>
                  <a:pt x="4722761" y="5572574"/>
                </a:lnTo>
                <a:cubicBezTo>
                  <a:pt x="4423133" y="5872139"/>
                  <a:pt x="4016790" y="6040452"/>
                  <a:pt x="3593131" y="6040452"/>
                </a:cubicBezTo>
                <a:lnTo>
                  <a:pt x="0" y="6040452"/>
                </a:lnTo>
                <a:lnTo>
                  <a:pt x="0" y="5963772"/>
                </a:lnTo>
                <a:lnTo>
                  <a:pt x="3593131" y="5963772"/>
                </a:lnTo>
                <a:cubicBezTo>
                  <a:pt x="3793842" y="5963772"/>
                  <a:pt x="3989696" y="5924793"/>
                  <a:pt x="4175135" y="5847985"/>
                </a:cubicBezTo>
                <a:cubicBezTo>
                  <a:pt x="4360575" y="5771176"/>
                  <a:pt x="4526588" y="5660245"/>
                  <a:pt x="4668509" y="5518323"/>
                </a:cubicBezTo>
                <a:close/>
              </a:path>
            </a:pathLst>
          </a:custGeom>
          <a:gradFill>
            <a:gsLst>
              <a:gs pos="0">
                <a:srgbClr val="0193C2"/>
              </a:gs>
              <a:gs pos="12000">
                <a:srgbClr val="0193C2"/>
              </a:gs>
              <a:gs pos="85000">
                <a:srgbClr val="005B84"/>
              </a:gs>
              <a:gs pos="100000">
                <a:srgbClr val="005B8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9" name="Google Shape;289;p12"/>
          <p:cNvGrpSpPr/>
          <p:nvPr/>
        </p:nvGrpSpPr>
        <p:grpSpPr>
          <a:xfrm>
            <a:off x="1645525" y="6478316"/>
            <a:ext cx="4021200" cy="220291"/>
            <a:chOff x="1645525" y="6478316"/>
            <a:chExt cx="4021200" cy="220291"/>
          </a:xfrm>
        </p:grpSpPr>
        <p:sp>
          <p:nvSpPr>
            <p:cNvPr id="290" name="Google Shape;290;p12"/>
            <p:cNvSpPr txBox="1"/>
            <p:nvPr/>
          </p:nvSpPr>
          <p:spPr>
            <a:xfrm>
              <a:off x="1645525" y="6478316"/>
              <a:ext cx="31479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Broadcom Proprietary and Confidential. Copyright © </a:t>
              </a:r>
              <a:r>
                <a:rPr lang="en" sz="700">
                  <a:latin typeface="Roboto"/>
                  <a:ea typeface="Roboto"/>
                  <a:cs typeface="Roboto"/>
                  <a:sym typeface="Roboto"/>
                </a:rPr>
                <a:t>2025</a:t>
              </a: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Broadcom.  </a:t>
              </a:r>
              <a:endParaRPr sz="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1" name="Google Shape;291;p12"/>
            <p:cNvSpPr txBox="1"/>
            <p:nvPr/>
          </p:nvSpPr>
          <p:spPr>
            <a:xfrm>
              <a:off x="1645525" y="6590907"/>
              <a:ext cx="40212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All Rights Reserved. The term “Broadcom” refers to Broadcom Inc. and/or its subsidiaries.</a:t>
              </a:r>
              <a:endParaRPr sz="7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92" name="Google Shape;292;p12"/>
          <p:cNvSpPr txBox="1"/>
          <p:nvPr>
            <p:ph idx="1" type="body"/>
          </p:nvPr>
        </p:nvSpPr>
        <p:spPr>
          <a:xfrm>
            <a:off x="281172" y="1600200"/>
            <a:ext cx="4755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“"/>
              <a:defRPr sz="2800">
                <a:solidFill>
                  <a:schemeClr val="accent2"/>
                </a:solidFill>
              </a:defRPr>
            </a:lvl1pPr>
            <a:lvl2pPr indent="-331469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“"/>
              <a:defRPr>
                <a:solidFill>
                  <a:schemeClr val="accent2"/>
                </a:solidFill>
              </a:defRPr>
            </a:lvl2pPr>
            <a:lvl3pPr indent="-320039" lvl="2" marL="1371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40"/>
              <a:buChar char="“"/>
              <a:defRPr>
                <a:solidFill>
                  <a:schemeClr val="accent2"/>
                </a:solidFill>
              </a:defRPr>
            </a:lvl3pPr>
            <a:lvl4pPr indent="-308610" lvl="3" marL="18288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“"/>
              <a:defRPr>
                <a:solidFill>
                  <a:schemeClr val="accent2"/>
                </a:solidFill>
              </a:defRPr>
            </a:lvl4pPr>
            <a:lvl5pPr indent="-308610" lvl="4" marL="2286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“"/>
              <a:defRPr>
                <a:solidFill>
                  <a:schemeClr val="accent2"/>
                </a:solidFill>
              </a:defRPr>
            </a:lvl5pPr>
            <a:lvl6pPr indent="-331470" lvl="5" marL="2743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•"/>
              <a:defRPr>
                <a:solidFill>
                  <a:schemeClr val="accent2"/>
                </a:solidFill>
              </a:defRPr>
            </a:lvl6pPr>
            <a:lvl7pPr indent="-331470" lvl="6" marL="3200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-"/>
              <a:defRPr>
                <a:solidFill>
                  <a:schemeClr val="accent2"/>
                </a:solidFill>
              </a:defRPr>
            </a:lvl7pPr>
            <a:lvl8pPr indent="-331470" lvl="7" marL="3657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•"/>
              <a:defRPr>
                <a:solidFill>
                  <a:schemeClr val="accent2"/>
                </a:solidFill>
              </a:defRPr>
            </a:lvl8pPr>
            <a:lvl9pPr indent="-331470" lvl="8" marL="411480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20"/>
              <a:buChar char="-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93" name="Google Shape;293;p12"/>
          <p:cNvSpPr txBox="1"/>
          <p:nvPr>
            <p:ph idx="2" type="body"/>
          </p:nvPr>
        </p:nvSpPr>
        <p:spPr>
          <a:xfrm>
            <a:off x="603504" y="5065776"/>
            <a:ext cx="45810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​"/>
              <a:defRPr sz="1800"/>
            </a:lvl1pPr>
            <a:lvl2pPr indent="-342900" lvl="1" marL="914400" rtl="0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20039" lvl="2" marL="1371600" rtl="0">
              <a:spcBef>
                <a:spcPts val="1200"/>
              </a:spcBef>
              <a:spcAft>
                <a:spcPts val="0"/>
              </a:spcAft>
              <a:buSzPts val="1440"/>
              <a:buChar char="–"/>
              <a:defRPr/>
            </a:lvl3pPr>
            <a:lvl4pPr indent="-330200" lvl="3" marL="1828800" rtl="0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17500" lvl="4" marL="2286000" rtl="0">
              <a:spcBef>
                <a:spcPts val="1200"/>
              </a:spcBef>
              <a:spcAft>
                <a:spcPts val="0"/>
              </a:spcAft>
              <a:buSzPts val="1400"/>
              <a:buChar char="–"/>
              <a:defRPr/>
            </a:lvl5pPr>
            <a:lvl6pPr indent="-317500" lvl="5" marL="2743200" rtl="0">
              <a:spcBef>
                <a:spcPts val="1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1200"/>
              </a:spcBef>
              <a:spcAft>
                <a:spcPts val="0"/>
              </a:spcAft>
              <a:buSzPts val="1400"/>
              <a:buChar char="-"/>
              <a:defRPr/>
            </a:lvl7pPr>
            <a:lvl8pPr indent="-317500" lvl="7" marL="3657600" rtl="0">
              <a:spcBef>
                <a:spcPts val="12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1200"/>
              </a:spcBef>
              <a:spcAft>
                <a:spcPts val="1200"/>
              </a:spcAft>
              <a:buSzPts val="1400"/>
              <a:buChar char="-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A | Blank">
  <p:cSld name="CUSTOM_2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3"/>
          <p:cNvSpPr txBox="1"/>
          <p:nvPr>
            <p:ph idx="12" type="sldNum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B | Agenda">
  <p:cSld name="CUSTOM_2_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4"/>
          <p:cNvSpPr txBox="1"/>
          <p:nvPr>
            <p:ph idx="12" type="sldNum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8" name="Google Shape;298;p14"/>
          <p:cNvSpPr txBox="1"/>
          <p:nvPr/>
        </p:nvSpPr>
        <p:spPr>
          <a:xfrm>
            <a:off x="585203" y="1261872"/>
            <a:ext cx="1938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Agenda</a:t>
            </a:r>
            <a:endParaRPr sz="3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14"/>
          <p:cNvSpPr txBox="1"/>
          <p:nvPr>
            <p:ph idx="1" type="body"/>
          </p:nvPr>
        </p:nvSpPr>
        <p:spPr>
          <a:xfrm>
            <a:off x="2888592" y="1359908"/>
            <a:ext cx="7317000" cy="43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​"/>
              <a:defRPr sz="2000"/>
            </a:lvl1pPr>
            <a:lvl2pPr indent="-228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None/>
              <a:defRPr/>
            </a:lvl2pPr>
            <a:lvl3pPr indent="-2286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None/>
              <a:defRPr sz="1800"/>
            </a:lvl3pPr>
            <a:lvl4pPr indent="-331469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/>
            </a:lvl4pPr>
            <a:lvl5pPr indent="-33147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/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/>
            </a:lvl6pPr>
            <a:lvl7pPr indent="-22860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None/>
              <a:defRPr sz="1800"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C | Title and Subtitle">
  <p:cSld name="CUSTOM_2_1_1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5"/>
          <p:cNvSpPr txBox="1"/>
          <p:nvPr>
            <p:ph idx="12" type="sldNum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2" name="Google Shape;302;p15"/>
          <p:cNvSpPr txBox="1"/>
          <p:nvPr>
            <p:ph type="title"/>
          </p:nvPr>
        </p:nvSpPr>
        <p:spPr>
          <a:xfrm>
            <a:off x="585216" y="411480"/>
            <a:ext cx="10821900" cy="38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3" name="Google Shape;303;p15"/>
          <p:cNvSpPr txBox="1"/>
          <p:nvPr>
            <p:ph idx="1" type="subTitle"/>
          </p:nvPr>
        </p:nvSpPr>
        <p:spPr>
          <a:xfrm>
            <a:off x="591599" y="813816"/>
            <a:ext cx="10981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SzPts val="1440"/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SzPts val="126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D | Title, Subtitle and Content">
  <p:cSld name="CUSTOM_2_1_1_2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"/>
          <p:cNvSpPr txBox="1"/>
          <p:nvPr>
            <p:ph idx="12" type="sldNum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6" name="Google Shape;306;p16"/>
          <p:cNvSpPr txBox="1"/>
          <p:nvPr>
            <p:ph type="title"/>
          </p:nvPr>
        </p:nvSpPr>
        <p:spPr>
          <a:xfrm>
            <a:off x="585216" y="411480"/>
            <a:ext cx="10821900" cy="38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7" name="Google Shape;307;p16"/>
          <p:cNvSpPr txBox="1"/>
          <p:nvPr>
            <p:ph idx="1" type="subTitle"/>
          </p:nvPr>
        </p:nvSpPr>
        <p:spPr>
          <a:xfrm>
            <a:off x="591599" y="813816"/>
            <a:ext cx="10981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SzPts val="1440"/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8pPr>
            <a:lvl9pPr lvl="8" rtl="0">
              <a:spcBef>
                <a:spcPts val="1200"/>
              </a:spcBef>
              <a:spcAft>
                <a:spcPts val="1200"/>
              </a:spcAft>
              <a:buSzPts val="1260"/>
              <a:buNone/>
              <a:defRPr/>
            </a:lvl9pPr>
          </a:lstStyle>
          <a:p/>
        </p:txBody>
      </p:sp>
      <p:sp>
        <p:nvSpPr>
          <p:cNvPr id="308" name="Google Shape;308;p16"/>
          <p:cNvSpPr txBox="1"/>
          <p:nvPr>
            <p:ph idx="2" type="body"/>
          </p:nvPr>
        </p:nvSpPr>
        <p:spPr>
          <a:xfrm>
            <a:off x="603500" y="1600200"/>
            <a:ext cx="10972800" cy="45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​"/>
              <a:defRPr/>
            </a:lvl1pPr>
            <a:lvl2pPr indent="-331469" lvl="1" marL="914400"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indent="-320039" lvl="2" marL="1371600">
              <a:spcBef>
                <a:spcPts val="1200"/>
              </a:spcBef>
              <a:spcAft>
                <a:spcPts val="0"/>
              </a:spcAft>
              <a:buSzPts val="1440"/>
              <a:buChar char="–"/>
              <a:defRPr/>
            </a:lvl3pPr>
            <a:lvl4pPr indent="-308610" lvl="3" marL="1828800"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4pPr>
            <a:lvl5pPr indent="-308610" lvl="4" marL="2286000"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indent="-308610" lvl="5" marL="2743200"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6pPr>
            <a:lvl7pPr indent="-308610" lvl="6" marL="3200400">
              <a:spcBef>
                <a:spcPts val="1200"/>
              </a:spcBef>
              <a:spcAft>
                <a:spcPts val="0"/>
              </a:spcAft>
              <a:buSzPts val="1260"/>
              <a:buChar char="-"/>
              <a:defRPr/>
            </a:lvl7pPr>
            <a:lvl8pPr indent="-308609" lvl="7" marL="3657600"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8pPr>
            <a:lvl9pPr indent="-308609" lvl="8" marL="4114800">
              <a:spcBef>
                <a:spcPts val="1200"/>
              </a:spcBef>
              <a:spcAft>
                <a:spcPts val="1200"/>
              </a:spcAft>
              <a:buSzPts val="1260"/>
              <a:buChar char="-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E | Two-Content Balanced">
  <p:cSld name="CUSTOM_2_1_1_2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7"/>
          <p:cNvSpPr txBox="1"/>
          <p:nvPr>
            <p:ph idx="1" type="body"/>
          </p:nvPr>
        </p:nvSpPr>
        <p:spPr>
          <a:xfrm>
            <a:off x="603504" y="1600200"/>
            <a:ext cx="53151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147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Char char="​"/>
              <a:defRPr sz="1800"/>
            </a:lvl1pPr>
            <a:lvl2pPr indent="-32004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600"/>
            </a:lvl2pPr>
            <a:lvl3pPr indent="-30861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60"/>
              <a:buChar char="–"/>
              <a:defRPr sz="1400"/>
            </a:lvl3pPr>
            <a:lvl4pPr indent="-29718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•"/>
              <a:defRPr sz="1200"/>
            </a:lvl4pPr>
            <a:lvl5pPr indent="-297179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–"/>
              <a:defRPr sz="1200"/>
            </a:lvl5pPr>
            <a:lvl6pPr indent="-297179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•"/>
              <a:defRPr sz="1200"/>
            </a:lvl6pPr>
            <a:lvl7pPr indent="-297179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-"/>
              <a:defRPr sz="1200"/>
            </a:lvl7pPr>
            <a:lvl8pPr indent="-297179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•"/>
              <a:defRPr sz="1200"/>
            </a:lvl8pPr>
            <a:lvl9pPr indent="-297179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080"/>
              <a:buChar char="-"/>
              <a:defRPr sz="1200"/>
            </a:lvl9pPr>
          </a:lstStyle>
          <a:p/>
        </p:txBody>
      </p:sp>
      <p:sp>
        <p:nvSpPr>
          <p:cNvPr id="311" name="Google Shape;311;p17"/>
          <p:cNvSpPr txBox="1"/>
          <p:nvPr>
            <p:ph idx="12" type="sldNum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2" name="Google Shape;312;p17"/>
          <p:cNvSpPr txBox="1"/>
          <p:nvPr>
            <p:ph type="title"/>
          </p:nvPr>
        </p:nvSpPr>
        <p:spPr>
          <a:xfrm>
            <a:off x="585216" y="411480"/>
            <a:ext cx="10821900" cy="38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13" name="Google Shape;313;p17"/>
          <p:cNvSpPr txBox="1"/>
          <p:nvPr>
            <p:ph idx="2" type="subTitle"/>
          </p:nvPr>
        </p:nvSpPr>
        <p:spPr>
          <a:xfrm>
            <a:off x="591599" y="813816"/>
            <a:ext cx="10981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SzPts val="1440"/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8pPr>
            <a:lvl9pPr lvl="8" rtl="0">
              <a:spcBef>
                <a:spcPts val="1200"/>
              </a:spcBef>
              <a:spcAft>
                <a:spcPts val="1200"/>
              </a:spcAft>
              <a:buSzPts val="1260"/>
              <a:buNone/>
              <a:defRPr/>
            </a:lvl9pPr>
          </a:lstStyle>
          <a:p/>
        </p:txBody>
      </p:sp>
      <p:sp>
        <p:nvSpPr>
          <p:cNvPr id="314" name="Google Shape;314;p17"/>
          <p:cNvSpPr txBox="1"/>
          <p:nvPr>
            <p:ph idx="3" type="body"/>
          </p:nvPr>
        </p:nvSpPr>
        <p:spPr>
          <a:xfrm>
            <a:off x="6258304" y="1600200"/>
            <a:ext cx="53151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147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Char char="​"/>
              <a:defRPr sz="1800"/>
            </a:lvl1pPr>
            <a:lvl2pPr indent="-32004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600"/>
            </a:lvl2pPr>
            <a:lvl3pPr indent="-30861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60"/>
              <a:buChar char="–"/>
              <a:defRPr sz="1400"/>
            </a:lvl3pPr>
            <a:lvl4pPr indent="-29718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•"/>
              <a:defRPr sz="1200"/>
            </a:lvl4pPr>
            <a:lvl5pPr indent="-297179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–"/>
              <a:defRPr sz="1200"/>
            </a:lvl5pPr>
            <a:lvl6pPr indent="-297179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•"/>
              <a:defRPr sz="1200"/>
            </a:lvl6pPr>
            <a:lvl7pPr indent="-297179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-"/>
              <a:defRPr sz="1200"/>
            </a:lvl7pPr>
            <a:lvl8pPr indent="-297179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•"/>
              <a:defRPr sz="1200"/>
            </a:lvl8pPr>
            <a:lvl9pPr indent="-297179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080"/>
              <a:buChar char="-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F | Two-Content Balanced Color on Right">
  <p:cSld name="CUSTOM_2_1_1_2_1_1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8"/>
          <p:cNvSpPr txBox="1"/>
          <p:nvPr>
            <p:ph idx="1" type="body"/>
          </p:nvPr>
        </p:nvSpPr>
        <p:spPr>
          <a:xfrm>
            <a:off x="6318548" y="1600200"/>
            <a:ext cx="5870400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anchorCtr="0" anchor="t" bIns="457200" lIns="457200" spcFirstLastPara="1" rIns="457200" wrap="square" tIns="457200">
            <a:noAutofit/>
          </a:bodyPr>
          <a:lstStyle>
            <a:lvl1pPr indent="-33147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Char char="​"/>
              <a:defRPr sz="1800"/>
            </a:lvl1pPr>
            <a:lvl2pPr indent="-32004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600"/>
            </a:lvl2pPr>
            <a:lvl3pPr indent="-30861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60"/>
              <a:buChar char="–"/>
              <a:defRPr sz="1400"/>
            </a:lvl3pPr>
            <a:lvl4pPr indent="-29718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•"/>
              <a:defRPr sz="1200"/>
            </a:lvl4pPr>
            <a:lvl5pPr indent="-297179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–"/>
              <a:defRPr sz="1200"/>
            </a:lvl5pPr>
            <a:lvl6pPr indent="-297179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•"/>
              <a:defRPr sz="1200"/>
            </a:lvl6pPr>
            <a:lvl7pPr indent="-297179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-"/>
              <a:defRPr sz="1200"/>
            </a:lvl7pPr>
            <a:lvl8pPr indent="-297179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•"/>
              <a:defRPr sz="1200"/>
            </a:lvl8pPr>
            <a:lvl9pPr indent="-297179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080"/>
              <a:buChar char="-"/>
              <a:defRPr sz="1200"/>
            </a:lvl9pPr>
          </a:lstStyle>
          <a:p/>
        </p:txBody>
      </p:sp>
      <p:sp>
        <p:nvSpPr>
          <p:cNvPr id="317" name="Google Shape;317;p18"/>
          <p:cNvSpPr txBox="1"/>
          <p:nvPr>
            <p:ph idx="2" type="body"/>
          </p:nvPr>
        </p:nvSpPr>
        <p:spPr>
          <a:xfrm>
            <a:off x="0" y="1600200"/>
            <a:ext cx="5898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00" lIns="457200" spcFirstLastPara="1" rIns="457200" wrap="square" tIns="457200">
            <a:noAutofit/>
          </a:bodyPr>
          <a:lstStyle>
            <a:lvl1pPr indent="-33147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Char char="​"/>
              <a:defRPr sz="1800"/>
            </a:lvl1pPr>
            <a:lvl2pPr indent="-32004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600"/>
            </a:lvl2pPr>
            <a:lvl3pPr indent="-30861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60"/>
              <a:buChar char="–"/>
              <a:defRPr sz="1400"/>
            </a:lvl3pPr>
            <a:lvl4pPr indent="-29718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•"/>
              <a:defRPr sz="1200"/>
            </a:lvl4pPr>
            <a:lvl5pPr indent="-297179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–"/>
              <a:defRPr sz="1200"/>
            </a:lvl5pPr>
            <a:lvl6pPr indent="-297179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•"/>
              <a:defRPr sz="1200"/>
            </a:lvl6pPr>
            <a:lvl7pPr indent="-297179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-"/>
              <a:defRPr sz="1200"/>
            </a:lvl7pPr>
            <a:lvl8pPr indent="-297179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•"/>
              <a:defRPr sz="1200"/>
            </a:lvl8pPr>
            <a:lvl9pPr indent="-297179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080"/>
              <a:buChar char="-"/>
              <a:defRPr sz="1200"/>
            </a:lvl9pPr>
          </a:lstStyle>
          <a:p/>
        </p:txBody>
      </p:sp>
      <p:sp>
        <p:nvSpPr>
          <p:cNvPr id="318" name="Google Shape;318;p18"/>
          <p:cNvSpPr txBox="1"/>
          <p:nvPr>
            <p:ph idx="12" type="sldNum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9" name="Google Shape;319;p18"/>
          <p:cNvSpPr txBox="1"/>
          <p:nvPr>
            <p:ph type="title"/>
          </p:nvPr>
        </p:nvSpPr>
        <p:spPr>
          <a:xfrm>
            <a:off x="585216" y="411480"/>
            <a:ext cx="10821900" cy="38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20" name="Google Shape;320;p18"/>
          <p:cNvSpPr txBox="1"/>
          <p:nvPr>
            <p:ph idx="3" type="subTitle"/>
          </p:nvPr>
        </p:nvSpPr>
        <p:spPr>
          <a:xfrm>
            <a:off x="591599" y="813816"/>
            <a:ext cx="10981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SzPts val="1440"/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8pPr>
            <a:lvl9pPr lvl="8" rtl="0">
              <a:spcBef>
                <a:spcPts val="1200"/>
              </a:spcBef>
              <a:spcAft>
                <a:spcPts val="1200"/>
              </a:spcAft>
              <a:buSzPts val="126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G | Two-Content Balanced Color on Left">
  <p:cSld name="CUSTOM_2_1_1_2_1_1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9"/>
          <p:cNvSpPr txBox="1"/>
          <p:nvPr>
            <p:ph idx="1" type="body"/>
          </p:nvPr>
        </p:nvSpPr>
        <p:spPr>
          <a:xfrm>
            <a:off x="6318548" y="1600200"/>
            <a:ext cx="5870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00" lIns="457200" spcFirstLastPara="1" rIns="457200" wrap="square" tIns="457200">
            <a:noAutofit/>
          </a:bodyPr>
          <a:lstStyle>
            <a:lvl1pPr indent="-33147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Char char="​"/>
              <a:defRPr sz="1800"/>
            </a:lvl1pPr>
            <a:lvl2pPr indent="-32004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600"/>
            </a:lvl2pPr>
            <a:lvl3pPr indent="-30861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60"/>
              <a:buChar char="–"/>
              <a:defRPr sz="1400"/>
            </a:lvl3pPr>
            <a:lvl4pPr indent="-29718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•"/>
              <a:defRPr sz="1200"/>
            </a:lvl4pPr>
            <a:lvl5pPr indent="-297179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–"/>
              <a:defRPr sz="1200"/>
            </a:lvl5pPr>
            <a:lvl6pPr indent="-297179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•"/>
              <a:defRPr sz="1200"/>
            </a:lvl6pPr>
            <a:lvl7pPr indent="-297179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-"/>
              <a:defRPr sz="1200"/>
            </a:lvl7pPr>
            <a:lvl8pPr indent="-297179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•"/>
              <a:defRPr sz="1200"/>
            </a:lvl8pPr>
            <a:lvl9pPr indent="-297179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080"/>
              <a:buChar char="-"/>
              <a:defRPr sz="1200"/>
            </a:lvl9pPr>
          </a:lstStyle>
          <a:p/>
        </p:txBody>
      </p:sp>
      <p:sp>
        <p:nvSpPr>
          <p:cNvPr id="323" name="Google Shape;323;p19"/>
          <p:cNvSpPr txBox="1"/>
          <p:nvPr>
            <p:ph idx="2" type="body"/>
          </p:nvPr>
        </p:nvSpPr>
        <p:spPr>
          <a:xfrm>
            <a:off x="0" y="1600200"/>
            <a:ext cx="5898000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anchorCtr="0" anchor="t" bIns="457200" lIns="457200" spcFirstLastPara="1" rIns="457200" wrap="square" tIns="457200">
            <a:noAutofit/>
          </a:bodyPr>
          <a:lstStyle>
            <a:lvl1pPr indent="-33147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Char char="​"/>
              <a:defRPr sz="1800"/>
            </a:lvl1pPr>
            <a:lvl2pPr indent="-32004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600"/>
            </a:lvl2pPr>
            <a:lvl3pPr indent="-30861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60"/>
              <a:buChar char="–"/>
              <a:defRPr sz="1400"/>
            </a:lvl3pPr>
            <a:lvl4pPr indent="-29718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•"/>
              <a:defRPr sz="1200"/>
            </a:lvl4pPr>
            <a:lvl5pPr indent="-297179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–"/>
              <a:defRPr sz="1200"/>
            </a:lvl5pPr>
            <a:lvl6pPr indent="-297179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•"/>
              <a:defRPr sz="1200"/>
            </a:lvl6pPr>
            <a:lvl7pPr indent="-297179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-"/>
              <a:defRPr sz="1200"/>
            </a:lvl7pPr>
            <a:lvl8pPr indent="-297179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•"/>
              <a:defRPr sz="1200"/>
            </a:lvl8pPr>
            <a:lvl9pPr indent="-297179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080"/>
              <a:buChar char="-"/>
              <a:defRPr sz="1200"/>
            </a:lvl9pPr>
          </a:lstStyle>
          <a:p/>
        </p:txBody>
      </p:sp>
      <p:sp>
        <p:nvSpPr>
          <p:cNvPr id="324" name="Google Shape;324;p19"/>
          <p:cNvSpPr txBox="1"/>
          <p:nvPr>
            <p:ph idx="12" type="sldNum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5" name="Google Shape;325;p19"/>
          <p:cNvSpPr txBox="1"/>
          <p:nvPr>
            <p:ph type="title"/>
          </p:nvPr>
        </p:nvSpPr>
        <p:spPr>
          <a:xfrm>
            <a:off x="585216" y="411480"/>
            <a:ext cx="10821900" cy="38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26" name="Google Shape;326;p19"/>
          <p:cNvSpPr txBox="1"/>
          <p:nvPr>
            <p:ph idx="3" type="subTitle"/>
          </p:nvPr>
        </p:nvSpPr>
        <p:spPr>
          <a:xfrm>
            <a:off x="591599" y="813816"/>
            <a:ext cx="10981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SzPts val="1440"/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8pPr>
            <a:lvl9pPr lvl="8" rtl="0">
              <a:spcBef>
                <a:spcPts val="1200"/>
              </a:spcBef>
              <a:spcAft>
                <a:spcPts val="1200"/>
              </a:spcAft>
              <a:buSzPts val="126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H | Comparison">
  <p:cSld name="CUSTOM_2_1_1_2_1_2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0"/>
          <p:cNvSpPr/>
          <p:nvPr/>
        </p:nvSpPr>
        <p:spPr>
          <a:xfrm>
            <a:off x="593020" y="2484177"/>
            <a:ext cx="5288700" cy="45600"/>
          </a:xfrm>
          <a:prstGeom prst="rect">
            <a:avLst/>
          </a:prstGeom>
          <a:solidFill>
            <a:srgbClr val="005B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0"/>
          <p:cNvSpPr/>
          <p:nvPr/>
        </p:nvSpPr>
        <p:spPr>
          <a:xfrm>
            <a:off x="6305516" y="2484177"/>
            <a:ext cx="5288700" cy="45600"/>
          </a:xfrm>
          <a:prstGeom prst="rect">
            <a:avLst/>
          </a:prstGeom>
          <a:solidFill>
            <a:srgbClr val="61A00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0"/>
          <p:cNvSpPr txBox="1"/>
          <p:nvPr>
            <p:ph idx="1" type="body"/>
          </p:nvPr>
        </p:nvSpPr>
        <p:spPr>
          <a:xfrm>
            <a:off x="603504" y="2624328"/>
            <a:ext cx="5285100" cy="3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147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Char char="​"/>
              <a:defRPr sz="1800"/>
            </a:lvl1pPr>
            <a:lvl2pPr indent="-32004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600"/>
            </a:lvl2pPr>
            <a:lvl3pPr indent="-30861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60"/>
              <a:buChar char="–"/>
              <a:defRPr sz="1400"/>
            </a:lvl3pPr>
            <a:lvl4pPr indent="-29718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•"/>
              <a:defRPr sz="1200"/>
            </a:lvl4pPr>
            <a:lvl5pPr indent="-297179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–"/>
              <a:defRPr sz="1200"/>
            </a:lvl5pPr>
            <a:lvl6pPr indent="-297179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•"/>
              <a:defRPr sz="1200"/>
            </a:lvl6pPr>
            <a:lvl7pPr indent="-297179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-"/>
              <a:defRPr sz="1200"/>
            </a:lvl7pPr>
            <a:lvl8pPr indent="-297179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•"/>
              <a:defRPr sz="1200"/>
            </a:lvl8pPr>
            <a:lvl9pPr indent="-297179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080"/>
              <a:buChar char="-"/>
              <a:defRPr sz="1200"/>
            </a:lvl9pPr>
          </a:lstStyle>
          <a:p/>
        </p:txBody>
      </p:sp>
      <p:sp>
        <p:nvSpPr>
          <p:cNvPr id="331" name="Google Shape;331;p20"/>
          <p:cNvSpPr txBox="1"/>
          <p:nvPr>
            <p:ph idx="12" type="sldNum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p20"/>
          <p:cNvSpPr txBox="1"/>
          <p:nvPr>
            <p:ph type="title"/>
          </p:nvPr>
        </p:nvSpPr>
        <p:spPr>
          <a:xfrm>
            <a:off x="585216" y="411480"/>
            <a:ext cx="10821900" cy="38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3" name="Google Shape;333;p20"/>
          <p:cNvSpPr txBox="1"/>
          <p:nvPr>
            <p:ph idx="2" type="subTitle"/>
          </p:nvPr>
        </p:nvSpPr>
        <p:spPr>
          <a:xfrm>
            <a:off x="591599" y="813816"/>
            <a:ext cx="10981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SzPts val="1440"/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8pPr>
            <a:lvl9pPr lvl="8" rtl="0">
              <a:spcBef>
                <a:spcPts val="1200"/>
              </a:spcBef>
              <a:spcAft>
                <a:spcPts val="1200"/>
              </a:spcAft>
              <a:buSzPts val="1260"/>
              <a:buNone/>
              <a:defRPr/>
            </a:lvl9pPr>
          </a:lstStyle>
          <a:p/>
        </p:txBody>
      </p:sp>
      <p:sp>
        <p:nvSpPr>
          <p:cNvPr id="334" name="Google Shape;334;p20"/>
          <p:cNvSpPr txBox="1"/>
          <p:nvPr>
            <p:ph idx="3" type="body"/>
          </p:nvPr>
        </p:nvSpPr>
        <p:spPr>
          <a:xfrm>
            <a:off x="6309116" y="2624328"/>
            <a:ext cx="5285100" cy="3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147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Char char="​"/>
              <a:defRPr sz="1800"/>
            </a:lvl1pPr>
            <a:lvl2pPr indent="-32004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600"/>
            </a:lvl2pPr>
            <a:lvl3pPr indent="-30861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60"/>
              <a:buChar char="–"/>
              <a:defRPr sz="1400"/>
            </a:lvl3pPr>
            <a:lvl4pPr indent="-29718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•"/>
              <a:defRPr sz="1200"/>
            </a:lvl4pPr>
            <a:lvl5pPr indent="-297179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–"/>
              <a:defRPr sz="1200"/>
            </a:lvl5pPr>
            <a:lvl6pPr indent="-297179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•"/>
              <a:defRPr sz="1200"/>
            </a:lvl6pPr>
            <a:lvl7pPr indent="-297179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-"/>
              <a:defRPr sz="1200"/>
            </a:lvl7pPr>
            <a:lvl8pPr indent="-297179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•"/>
              <a:defRPr sz="1200"/>
            </a:lvl8pPr>
            <a:lvl9pPr indent="-297179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080"/>
              <a:buChar char="-"/>
              <a:defRPr sz="1200"/>
            </a:lvl9pPr>
          </a:lstStyle>
          <a:p/>
        </p:txBody>
      </p:sp>
      <p:sp>
        <p:nvSpPr>
          <p:cNvPr id="335" name="Google Shape;335;p20"/>
          <p:cNvSpPr txBox="1"/>
          <p:nvPr>
            <p:ph idx="4" type="body"/>
          </p:nvPr>
        </p:nvSpPr>
        <p:spPr>
          <a:xfrm>
            <a:off x="603504" y="1600202"/>
            <a:ext cx="5285100" cy="87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457200" wrap="square" tIns="91425">
            <a:no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accent2"/>
                </a:solidFill>
              </a:defRPr>
            </a:lvl1pPr>
            <a:lvl2pPr indent="-331469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indent="-331469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indent="-331469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indent="-33147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336" name="Google Shape;336;p20"/>
          <p:cNvSpPr txBox="1"/>
          <p:nvPr>
            <p:ph idx="5" type="body"/>
          </p:nvPr>
        </p:nvSpPr>
        <p:spPr>
          <a:xfrm>
            <a:off x="6310369" y="1600202"/>
            <a:ext cx="5288700" cy="87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457200" wrap="square" tIns="91425">
            <a:no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4"/>
                </a:solidFill>
              </a:defRPr>
            </a:lvl1pPr>
            <a:lvl2pPr indent="-331469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indent="-331469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indent="-331469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indent="-33147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I | Three-Content Comparison">
  <p:cSld name="CUSTOM_2_1_1_2_1_2_1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1"/>
          <p:cNvSpPr/>
          <p:nvPr/>
        </p:nvSpPr>
        <p:spPr>
          <a:xfrm>
            <a:off x="593020" y="2509481"/>
            <a:ext cx="3594600" cy="4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8003943" y="2509481"/>
            <a:ext cx="3594600" cy="45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1"/>
          <p:cNvSpPr/>
          <p:nvPr/>
        </p:nvSpPr>
        <p:spPr>
          <a:xfrm>
            <a:off x="4298735" y="2509481"/>
            <a:ext cx="3594600" cy="45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1"/>
          <p:cNvSpPr txBox="1"/>
          <p:nvPr>
            <p:ph idx="12" type="sldNum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2" name="Google Shape;342;p21"/>
          <p:cNvSpPr txBox="1"/>
          <p:nvPr>
            <p:ph type="title"/>
          </p:nvPr>
        </p:nvSpPr>
        <p:spPr>
          <a:xfrm>
            <a:off x="585216" y="411480"/>
            <a:ext cx="10821900" cy="38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3" name="Google Shape;343;p21"/>
          <p:cNvSpPr txBox="1"/>
          <p:nvPr>
            <p:ph idx="1" type="subTitle"/>
          </p:nvPr>
        </p:nvSpPr>
        <p:spPr>
          <a:xfrm>
            <a:off x="591599" y="813816"/>
            <a:ext cx="10981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SzPts val="1440"/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8pPr>
            <a:lvl9pPr lvl="8" rtl="0">
              <a:spcBef>
                <a:spcPts val="1200"/>
              </a:spcBef>
              <a:spcAft>
                <a:spcPts val="1200"/>
              </a:spcAft>
              <a:buSzPts val="1260"/>
              <a:buNone/>
              <a:defRPr/>
            </a:lvl9pPr>
          </a:lstStyle>
          <a:p/>
        </p:txBody>
      </p:sp>
      <p:sp>
        <p:nvSpPr>
          <p:cNvPr id="344" name="Google Shape;344;p21"/>
          <p:cNvSpPr txBox="1"/>
          <p:nvPr>
            <p:ph idx="2" type="body"/>
          </p:nvPr>
        </p:nvSpPr>
        <p:spPr>
          <a:xfrm>
            <a:off x="593021" y="2649538"/>
            <a:ext cx="3594900" cy="3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Char char="​"/>
              <a:defRPr sz="1600"/>
            </a:lvl1pPr>
            <a:lvl2pPr indent="-30861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 sz="1400"/>
            </a:lvl2pPr>
            <a:lvl3pPr indent="-29718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–"/>
              <a:defRPr sz="1200"/>
            </a:lvl3pPr>
            <a:lvl4pPr indent="-291464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Char char="•"/>
              <a:defRPr sz="1100"/>
            </a:lvl4pPr>
            <a:lvl5pPr indent="-291464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Char char="–"/>
              <a:defRPr sz="1100"/>
            </a:lvl5pPr>
            <a:lvl6pPr indent="-29845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indent="-29845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  <a:defRPr sz="1100"/>
            </a:lvl7pPr>
            <a:lvl8pPr indent="-29845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indent="-29845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Char char="-"/>
              <a:defRPr sz="1100"/>
            </a:lvl9pPr>
          </a:lstStyle>
          <a:p/>
        </p:txBody>
      </p:sp>
      <p:sp>
        <p:nvSpPr>
          <p:cNvPr id="345" name="Google Shape;345;p21"/>
          <p:cNvSpPr txBox="1"/>
          <p:nvPr>
            <p:ph idx="3" type="body"/>
          </p:nvPr>
        </p:nvSpPr>
        <p:spPr>
          <a:xfrm>
            <a:off x="593020" y="1600200"/>
            <a:ext cx="359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>
            <a:lvl1pPr indent="-33147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indent="-331469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Open Sans"/>
              <a:buChar char="​"/>
              <a:defRPr sz="1800"/>
            </a:lvl2pPr>
            <a:lvl3pPr indent="-320039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3pPr>
            <a:lvl4pPr indent="-30861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/>
            </a:lvl4pPr>
            <a:lvl5pPr indent="-30861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6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346" name="Google Shape;346;p21"/>
          <p:cNvSpPr txBox="1"/>
          <p:nvPr>
            <p:ph idx="4" type="body"/>
          </p:nvPr>
        </p:nvSpPr>
        <p:spPr>
          <a:xfrm>
            <a:off x="4298484" y="2649563"/>
            <a:ext cx="3594900" cy="3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Char char="​"/>
              <a:defRPr sz="1600"/>
            </a:lvl1pPr>
            <a:lvl2pPr indent="-30861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 sz="1400"/>
            </a:lvl2pPr>
            <a:lvl3pPr indent="-29718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–"/>
              <a:defRPr sz="1200"/>
            </a:lvl3pPr>
            <a:lvl4pPr indent="-291464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Char char="•"/>
              <a:defRPr sz="1100"/>
            </a:lvl4pPr>
            <a:lvl5pPr indent="-291464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Char char="–"/>
              <a:defRPr sz="1100"/>
            </a:lvl5pPr>
            <a:lvl6pPr indent="-29845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indent="-29845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  <a:defRPr sz="1100"/>
            </a:lvl7pPr>
            <a:lvl8pPr indent="-29845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indent="-29845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Char char="-"/>
              <a:defRPr sz="1100"/>
            </a:lvl9pPr>
          </a:lstStyle>
          <a:p/>
        </p:txBody>
      </p:sp>
      <p:sp>
        <p:nvSpPr>
          <p:cNvPr id="347" name="Google Shape;347;p21"/>
          <p:cNvSpPr txBox="1"/>
          <p:nvPr>
            <p:ph idx="5" type="body"/>
          </p:nvPr>
        </p:nvSpPr>
        <p:spPr>
          <a:xfrm>
            <a:off x="4298483" y="1600225"/>
            <a:ext cx="359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>
            <a:lvl1pPr indent="-33147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indent="-331469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Open Sans"/>
              <a:buChar char="​"/>
              <a:defRPr sz="1800"/>
            </a:lvl2pPr>
            <a:lvl3pPr indent="-320039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3pPr>
            <a:lvl4pPr indent="-30861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/>
            </a:lvl4pPr>
            <a:lvl5pPr indent="-30861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6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348" name="Google Shape;348;p21"/>
          <p:cNvSpPr txBox="1"/>
          <p:nvPr>
            <p:ph idx="6" type="body"/>
          </p:nvPr>
        </p:nvSpPr>
        <p:spPr>
          <a:xfrm>
            <a:off x="8003934" y="2649563"/>
            <a:ext cx="3594900" cy="3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Char char="​"/>
              <a:defRPr sz="1600"/>
            </a:lvl1pPr>
            <a:lvl2pPr indent="-30861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 sz="1400"/>
            </a:lvl2pPr>
            <a:lvl3pPr indent="-29718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–"/>
              <a:defRPr sz="1200"/>
            </a:lvl3pPr>
            <a:lvl4pPr indent="-291464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Char char="•"/>
              <a:defRPr sz="1100"/>
            </a:lvl4pPr>
            <a:lvl5pPr indent="-291464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Char char="–"/>
              <a:defRPr sz="1100"/>
            </a:lvl5pPr>
            <a:lvl6pPr indent="-29845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indent="-29845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  <a:defRPr sz="1100"/>
            </a:lvl7pPr>
            <a:lvl8pPr indent="-29845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indent="-29845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Char char="-"/>
              <a:defRPr sz="1100"/>
            </a:lvl9pPr>
          </a:lstStyle>
          <a:p/>
        </p:txBody>
      </p:sp>
      <p:sp>
        <p:nvSpPr>
          <p:cNvPr id="349" name="Google Shape;349;p21"/>
          <p:cNvSpPr txBox="1"/>
          <p:nvPr>
            <p:ph idx="7" type="body"/>
          </p:nvPr>
        </p:nvSpPr>
        <p:spPr>
          <a:xfrm>
            <a:off x="8003933" y="1600225"/>
            <a:ext cx="359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>
            <a:lvl1pPr indent="-33147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indent="-331469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Open Sans"/>
              <a:buChar char="​"/>
              <a:defRPr sz="1800"/>
            </a:lvl2pPr>
            <a:lvl3pPr indent="-320039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3pPr>
            <a:lvl4pPr indent="-30861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/>
            </a:lvl4pPr>
            <a:lvl5pPr indent="-30861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6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J | Two-Content Dynamic Left">
  <p:cSld name="CUSTOM_2_1_1_2_1_2_1_1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2"/>
          <p:cNvSpPr txBox="1"/>
          <p:nvPr>
            <p:ph idx="12" type="sldNum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2" name="Google Shape;352;p22"/>
          <p:cNvSpPr txBox="1"/>
          <p:nvPr>
            <p:ph type="title"/>
          </p:nvPr>
        </p:nvSpPr>
        <p:spPr>
          <a:xfrm>
            <a:off x="585216" y="411480"/>
            <a:ext cx="10821900" cy="38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53" name="Google Shape;353;p22"/>
          <p:cNvSpPr txBox="1"/>
          <p:nvPr>
            <p:ph idx="1" type="subTitle"/>
          </p:nvPr>
        </p:nvSpPr>
        <p:spPr>
          <a:xfrm>
            <a:off x="591599" y="813816"/>
            <a:ext cx="10981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SzPts val="1440"/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8pPr>
            <a:lvl9pPr lvl="8" rtl="0">
              <a:spcBef>
                <a:spcPts val="1200"/>
              </a:spcBef>
              <a:spcAft>
                <a:spcPts val="1200"/>
              </a:spcAft>
              <a:buSzPts val="1260"/>
              <a:buNone/>
              <a:defRPr/>
            </a:lvl9pPr>
          </a:lstStyle>
          <a:p/>
        </p:txBody>
      </p:sp>
      <p:sp>
        <p:nvSpPr>
          <p:cNvPr id="354" name="Google Shape;354;p22"/>
          <p:cNvSpPr txBox="1"/>
          <p:nvPr>
            <p:ph idx="2" type="body"/>
          </p:nvPr>
        </p:nvSpPr>
        <p:spPr>
          <a:xfrm>
            <a:off x="0" y="1609531"/>
            <a:ext cx="2894700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anchorCtr="0" anchor="t" bIns="457200" lIns="594350" spcFirstLastPara="1" rIns="457200" wrap="square" tIns="457200">
            <a:noAutofit/>
          </a:bodyPr>
          <a:lstStyle>
            <a:lvl1pPr indent="-33147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indent="-32004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40"/>
              <a:buChar char="•"/>
              <a:defRPr sz="1600">
                <a:solidFill>
                  <a:schemeClr val="accent2"/>
                </a:solidFill>
              </a:defRPr>
            </a:lvl2pPr>
            <a:lvl3pPr indent="-30861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–"/>
              <a:defRPr sz="1400">
                <a:solidFill>
                  <a:schemeClr val="accent2"/>
                </a:solidFill>
              </a:defRPr>
            </a:lvl3pPr>
            <a:lvl4pPr indent="-29718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•"/>
              <a:defRPr sz="1200">
                <a:solidFill>
                  <a:schemeClr val="accent2"/>
                </a:solidFill>
              </a:defRPr>
            </a:lvl4pPr>
            <a:lvl5pPr indent="-297179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–"/>
              <a:defRPr sz="1200">
                <a:solidFill>
                  <a:schemeClr val="accent2"/>
                </a:solidFill>
              </a:defRPr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355" name="Google Shape;355;p22"/>
          <p:cNvSpPr/>
          <p:nvPr/>
        </p:nvSpPr>
        <p:spPr>
          <a:xfrm>
            <a:off x="0" y="1552565"/>
            <a:ext cx="2894700" cy="54900"/>
          </a:xfrm>
          <a:prstGeom prst="rect">
            <a:avLst/>
          </a:prstGeom>
          <a:solidFill>
            <a:srgbClr val="005B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2"/>
          <p:cNvSpPr txBox="1"/>
          <p:nvPr>
            <p:ph idx="3" type="body"/>
          </p:nvPr>
        </p:nvSpPr>
        <p:spPr>
          <a:xfrm>
            <a:off x="3346704" y="1600200"/>
            <a:ext cx="8229600" cy="4572000"/>
          </a:xfrm>
          <a:prstGeom prst="rect">
            <a:avLst/>
          </a:prstGeom>
        </p:spPr>
        <p:txBody>
          <a:bodyPr anchorCtr="0" anchor="t" bIns="0" lIns="0" spcFirstLastPara="1" rIns="0" wrap="square" tIns="45720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​"/>
              <a:defRPr/>
            </a:lvl1pPr>
            <a:lvl2pPr indent="-331469" lvl="1" marL="914400" rtl="0"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indent="-320039" lvl="2" marL="1371600" rtl="0">
              <a:spcBef>
                <a:spcPts val="1200"/>
              </a:spcBef>
              <a:spcAft>
                <a:spcPts val="0"/>
              </a:spcAft>
              <a:buSzPts val="1440"/>
              <a:buChar char="–"/>
              <a:defRPr/>
            </a:lvl3pPr>
            <a:lvl4pPr indent="-308610" lvl="3" marL="1828800" rtl="0"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4pPr>
            <a:lvl5pPr indent="-308610" lvl="4" marL="2286000" rtl="0"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indent="-308610" lvl="5" marL="2743200" rtl="0"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6pPr>
            <a:lvl7pPr indent="-308610" lvl="6" marL="3200400" rtl="0">
              <a:spcBef>
                <a:spcPts val="1200"/>
              </a:spcBef>
              <a:spcAft>
                <a:spcPts val="0"/>
              </a:spcAft>
              <a:buSzPts val="1260"/>
              <a:buChar char="-"/>
              <a:defRPr/>
            </a:lvl7pPr>
            <a:lvl8pPr indent="-308609" lvl="7" marL="3657600" rtl="0"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8pPr>
            <a:lvl9pPr indent="-308609" lvl="8" marL="4114800" rtl="0">
              <a:spcBef>
                <a:spcPts val="1200"/>
              </a:spcBef>
              <a:spcAft>
                <a:spcPts val="1200"/>
              </a:spcAft>
              <a:buSzPts val="1260"/>
              <a:buChar char="-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K | Two-Content Dynamic Right">
  <p:cSld name="CUSTOM_2_1_1_2_1_2_1_1_1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3"/>
          <p:cNvSpPr txBox="1"/>
          <p:nvPr>
            <p:ph idx="12" type="sldNum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9" name="Google Shape;359;p23"/>
          <p:cNvSpPr txBox="1"/>
          <p:nvPr>
            <p:ph type="title"/>
          </p:nvPr>
        </p:nvSpPr>
        <p:spPr>
          <a:xfrm>
            <a:off x="585216" y="411480"/>
            <a:ext cx="10821900" cy="38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60" name="Google Shape;360;p23"/>
          <p:cNvSpPr txBox="1"/>
          <p:nvPr>
            <p:ph idx="1" type="subTitle"/>
          </p:nvPr>
        </p:nvSpPr>
        <p:spPr>
          <a:xfrm>
            <a:off x="591599" y="813816"/>
            <a:ext cx="10981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SzPts val="1440"/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8pPr>
            <a:lvl9pPr lvl="8" rtl="0">
              <a:spcBef>
                <a:spcPts val="1200"/>
              </a:spcBef>
              <a:spcAft>
                <a:spcPts val="1200"/>
              </a:spcAft>
              <a:buSzPts val="1260"/>
              <a:buNone/>
              <a:defRPr/>
            </a:lvl9pPr>
          </a:lstStyle>
          <a:p/>
        </p:txBody>
      </p:sp>
      <p:sp>
        <p:nvSpPr>
          <p:cNvPr id="361" name="Google Shape;361;p23"/>
          <p:cNvSpPr txBox="1"/>
          <p:nvPr>
            <p:ph idx="2" type="body"/>
          </p:nvPr>
        </p:nvSpPr>
        <p:spPr>
          <a:xfrm>
            <a:off x="9297229" y="1609531"/>
            <a:ext cx="2894700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anchorCtr="0" anchor="t" bIns="457200" lIns="411475" spcFirstLastPara="1" rIns="457200" wrap="square" tIns="457200">
            <a:noAutofit/>
          </a:bodyPr>
          <a:lstStyle>
            <a:lvl1pPr indent="-33147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indent="-32004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40"/>
              <a:buChar char="•"/>
              <a:defRPr sz="1600">
                <a:solidFill>
                  <a:schemeClr val="accent2"/>
                </a:solidFill>
              </a:defRPr>
            </a:lvl2pPr>
            <a:lvl3pPr indent="-30861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–"/>
              <a:defRPr sz="1400">
                <a:solidFill>
                  <a:schemeClr val="accent2"/>
                </a:solidFill>
              </a:defRPr>
            </a:lvl3pPr>
            <a:lvl4pPr indent="-29718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•"/>
              <a:defRPr sz="1200">
                <a:solidFill>
                  <a:schemeClr val="accent2"/>
                </a:solidFill>
              </a:defRPr>
            </a:lvl4pPr>
            <a:lvl5pPr indent="-297179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–"/>
              <a:defRPr sz="1200">
                <a:solidFill>
                  <a:schemeClr val="accent2"/>
                </a:solidFill>
              </a:defRPr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362" name="Google Shape;362;p23"/>
          <p:cNvSpPr txBox="1"/>
          <p:nvPr>
            <p:ph idx="3" type="body"/>
          </p:nvPr>
        </p:nvSpPr>
        <p:spPr>
          <a:xfrm>
            <a:off x="0" y="1600200"/>
            <a:ext cx="8229600" cy="4572000"/>
          </a:xfrm>
          <a:prstGeom prst="rect">
            <a:avLst/>
          </a:prstGeom>
        </p:spPr>
        <p:txBody>
          <a:bodyPr anchorCtr="0" anchor="t" bIns="0" lIns="594350" spcFirstLastPara="1" rIns="0" wrap="square" tIns="45720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​"/>
              <a:defRPr/>
            </a:lvl1pPr>
            <a:lvl2pPr indent="-331469" lvl="1" marL="914400" rtl="0"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indent="-320039" lvl="2" marL="1371600" rtl="0">
              <a:spcBef>
                <a:spcPts val="1200"/>
              </a:spcBef>
              <a:spcAft>
                <a:spcPts val="0"/>
              </a:spcAft>
              <a:buSzPts val="1440"/>
              <a:buChar char="–"/>
              <a:defRPr/>
            </a:lvl3pPr>
            <a:lvl4pPr indent="-308610" lvl="3" marL="1828800" rtl="0"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4pPr>
            <a:lvl5pPr indent="-308610" lvl="4" marL="2286000" rtl="0"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indent="-308610" lvl="5" marL="2743200" rtl="0"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6pPr>
            <a:lvl7pPr indent="-308610" lvl="6" marL="3200400" rtl="0">
              <a:spcBef>
                <a:spcPts val="1200"/>
              </a:spcBef>
              <a:spcAft>
                <a:spcPts val="0"/>
              </a:spcAft>
              <a:buSzPts val="1260"/>
              <a:buChar char="-"/>
              <a:defRPr/>
            </a:lvl7pPr>
            <a:lvl8pPr indent="-308609" lvl="7" marL="3657600" rtl="0"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8pPr>
            <a:lvl9pPr indent="-308609" lvl="8" marL="4114800" rtl="0">
              <a:spcBef>
                <a:spcPts val="1200"/>
              </a:spcBef>
              <a:spcAft>
                <a:spcPts val="1200"/>
              </a:spcAft>
              <a:buSzPts val="1260"/>
              <a:buChar char="-"/>
              <a:defRPr/>
            </a:lvl9pPr>
          </a:lstStyle>
          <a:p/>
        </p:txBody>
      </p:sp>
      <p:sp>
        <p:nvSpPr>
          <p:cNvPr id="363" name="Google Shape;363;p23"/>
          <p:cNvSpPr/>
          <p:nvPr/>
        </p:nvSpPr>
        <p:spPr>
          <a:xfrm>
            <a:off x="9297229" y="1552565"/>
            <a:ext cx="2894700" cy="54900"/>
          </a:xfrm>
          <a:prstGeom prst="rect">
            <a:avLst/>
          </a:prstGeom>
          <a:solidFill>
            <a:srgbClr val="005B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L | Diagram with Content on Right">
  <p:cSld name="CUSTOM_2_1_1_2_1_2_1_1_1_1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4"/>
          <p:cNvSpPr txBox="1"/>
          <p:nvPr>
            <p:ph idx="12" type="sldNum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6" name="Google Shape;366;p24"/>
          <p:cNvSpPr txBox="1"/>
          <p:nvPr>
            <p:ph type="title"/>
          </p:nvPr>
        </p:nvSpPr>
        <p:spPr>
          <a:xfrm>
            <a:off x="585216" y="411480"/>
            <a:ext cx="10821900" cy="38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67" name="Google Shape;367;p24"/>
          <p:cNvSpPr txBox="1"/>
          <p:nvPr>
            <p:ph idx="1" type="subTitle"/>
          </p:nvPr>
        </p:nvSpPr>
        <p:spPr>
          <a:xfrm>
            <a:off x="591599" y="813816"/>
            <a:ext cx="10981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SzPts val="1440"/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8pPr>
            <a:lvl9pPr lvl="8" rtl="0">
              <a:spcBef>
                <a:spcPts val="1200"/>
              </a:spcBef>
              <a:spcAft>
                <a:spcPts val="1200"/>
              </a:spcAft>
              <a:buSzPts val="1260"/>
              <a:buNone/>
              <a:defRPr/>
            </a:lvl9pPr>
          </a:lstStyle>
          <a:p/>
        </p:txBody>
      </p:sp>
      <p:sp>
        <p:nvSpPr>
          <p:cNvPr id="368" name="Google Shape;368;p24"/>
          <p:cNvSpPr/>
          <p:nvPr/>
        </p:nvSpPr>
        <p:spPr>
          <a:xfrm>
            <a:off x="8382255" y="1590041"/>
            <a:ext cx="3809700" cy="82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4"/>
          <p:cNvSpPr txBox="1"/>
          <p:nvPr>
            <p:ph idx="2" type="body"/>
          </p:nvPr>
        </p:nvSpPr>
        <p:spPr>
          <a:xfrm>
            <a:off x="8382596" y="1600200"/>
            <a:ext cx="3809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00" lIns="0" spcFirstLastPara="1" rIns="594350" wrap="square" tIns="457200">
            <a:noAutofit/>
          </a:bodyPr>
          <a:lstStyle>
            <a:lvl1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accent2"/>
                </a:solidFill>
              </a:defRPr>
            </a:lvl1pPr>
            <a:lvl2pPr indent="-30861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•"/>
              <a:defRPr sz="1400">
                <a:solidFill>
                  <a:schemeClr val="accent2"/>
                </a:solidFill>
              </a:defRPr>
            </a:lvl2pPr>
            <a:lvl3pPr indent="-29718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–"/>
              <a:defRPr sz="1200">
                <a:solidFill>
                  <a:schemeClr val="accent2"/>
                </a:solidFill>
              </a:defRPr>
            </a:lvl3pPr>
            <a:lvl4pPr indent="-291464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•"/>
              <a:defRPr sz="1100">
                <a:solidFill>
                  <a:schemeClr val="accent2"/>
                </a:solidFill>
              </a:defRPr>
            </a:lvl4pPr>
            <a:lvl5pPr indent="-291464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–"/>
              <a:defRPr sz="1100">
                <a:solidFill>
                  <a:schemeClr val="accent2"/>
                </a:solidFill>
              </a:defRPr>
            </a:lvl5pPr>
            <a:lvl6pPr indent="-291464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•"/>
              <a:defRPr sz="1100">
                <a:solidFill>
                  <a:schemeClr val="accent2"/>
                </a:solidFill>
              </a:defRPr>
            </a:lvl6pPr>
            <a:lvl7pPr indent="-291464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-"/>
              <a:defRPr sz="1100">
                <a:solidFill>
                  <a:schemeClr val="accent2"/>
                </a:solidFill>
              </a:defRPr>
            </a:lvl7pPr>
            <a:lvl8pPr indent="-291465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•"/>
              <a:defRPr sz="1100">
                <a:solidFill>
                  <a:schemeClr val="accent2"/>
                </a:solidFill>
              </a:defRPr>
            </a:lvl8pPr>
            <a:lvl9pPr indent="-291465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accent2"/>
              </a:buClr>
              <a:buSzPts val="990"/>
              <a:buChar char="-"/>
              <a:defRPr sz="11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70" name="Google Shape;370;p24"/>
          <p:cNvSpPr txBox="1"/>
          <p:nvPr>
            <p:ph idx="3" type="body"/>
          </p:nvPr>
        </p:nvSpPr>
        <p:spPr>
          <a:xfrm>
            <a:off x="608171" y="1600201"/>
            <a:ext cx="74001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00" lIns="0" spcFirstLastPara="1" rIns="457200" wrap="square" tIns="1371600">
            <a:noAutofit/>
          </a:bodyPr>
          <a:lstStyle>
            <a:lvl1pPr indent="-291465" lvl="0" marL="45720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Char char="​"/>
              <a:defRPr sz="1100"/>
            </a:lvl1pPr>
            <a:lvl2pPr indent="-32004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600"/>
            </a:lvl2pPr>
            <a:lvl3pPr indent="-30861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60"/>
              <a:buChar char="–"/>
              <a:defRPr sz="1400"/>
            </a:lvl3pPr>
            <a:lvl4pPr indent="-29718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•"/>
              <a:defRPr sz="1200"/>
            </a:lvl4pPr>
            <a:lvl5pPr indent="-297179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–"/>
              <a:defRPr sz="1200"/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800"/>
            </a:lvl6pPr>
            <a:lvl7pPr indent="-30861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60"/>
              <a:buChar char="-"/>
              <a:defRPr sz="1400"/>
            </a:lvl7pPr>
            <a:lvl8pPr indent="-297179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•"/>
              <a:defRPr sz="1200"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620"/>
              <a:buChar char="-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M | Diagram with Outcome, Benefit">
  <p:cSld name="CUSTOM_2_1_1_2_1_2_1_1_1_1_1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5"/>
          <p:cNvSpPr txBox="1"/>
          <p:nvPr>
            <p:ph idx="12" type="sldNum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3" name="Google Shape;373;p25"/>
          <p:cNvSpPr txBox="1"/>
          <p:nvPr>
            <p:ph type="title"/>
          </p:nvPr>
        </p:nvSpPr>
        <p:spPr>
          <a:xfrm>
            <a:off x="585216" y="411480"/>
            <a:ext cx="10821900" cy="38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74" name="Google Shape;374;p25"/>
          <p:cNvSpPr txBox="1"/>
          <p:nvPr>
            <p:ph idx="1" type="subTitle"/>
          </p:nvPr>
        </p:nvSpPr>
        <p:spPr>
          <a:xfrm>
            <a:off x="591599" y="813816"/>
            <a:ext cx="10981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SzPts val="1440"/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8pPr>
            <a:lvl9pPr lvl="8" rtl="0">
              <a:spcBef>
                <a:spcPts val="1200"/>
              </a:spcBef>
              <a:spcAft>
                <a:spcPts val="1200"/>
              </a:spcAft>
              <a:buSzPts val="1260"/>
              <a:buNone/>
              <a:defRPr/>
            </a:lvl9pPr>
          </a:lstStyle>
          <a:p/>
        </p:txBody>
      </p:sp>
      <p:sp>
        <p:nvSpPr>
          <p:cNvPr id="375" name="Google Shape;375;p25"/>
          <p:cNvSpPr txBox="1"/>
          <p:nvPr>
            <p:ph idx="2" type="body"/>
          </p:nvPr>
        </p:nvSpPr>
        <p:spPr>
          <a:xfrm>
            <a:off x="608171" y="1600201"/>
            <a:ext cx="74001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00" lIns="0" spcFirstLastPara="1" rIns="457200" wrap="square" tIns="1371600">
            <a:noAutofit/>
          </a:bodyPr>
          <a:lstStyle>
            <a:lvl1pPr indent="-291465" lvl="0" marL="45720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Char char="​"/>
              <a:defRPr sz="1100"/>
            </a:lvl1pPr>
            <a:lvl2pPr indent="-32004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600"/>
            </a:lvl2pPr>
            <a:lvl3pPr indent="-30861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60"/>
              <a:buChar char="–"/>
              <a:defRPr sz="1400"/>
            </a:lvl3pPr>
            <a:lvl4pPr indent="-29718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•"/>
              <a:defRPr sz="1200"/>
            </a:lvl4pPr>
            <a:lvl5pPr indent="-297179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–"/>
              <a:defRPr sz="1200"/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800"/>
            </a:lvl6pPr>
            <a:lvl7pPr indent="-30861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60"/>
              <a:buChar char="-"/>
              <a:defRPr sz="1400"/>
            </a:lvl7pPr>
            <a:lvl8pPr indent="-297179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Char char="•"/>
              <a:defRPr sz="1200"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620"/>
              <a:buChar char="-"/>
              <a:defRPr sz="1800"/>
            </a:lvl9pPr>
          </a:lstStyle>
          <a:p/>
        </p:txBody>
      </p:sp>
      <p:cxnSp>
        <p:nvCxnSpPr>
          <p:cNvPr id="376" name="Google Shape;376;p25"/>
          <p:cNvCxnSpPr/>
          <p:nvPr/>
        </p:nvCxnSpPr>
        <p:spPr>
          <a:xfrm>
            <a:off x="8382596" y="1608668"/>
            <a:ext cx="3809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" name="Google Shape;377;p25"/>
          <p:cNvCxnSpPr/>
          <p:nvPr/>
        </p:nvCxnSpPr>
        <p:spPr>
          <a:xfrm>
            <a:off x="8382596" y="3872441"/>
            <a:ext cx="38094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8" name="Google Shape;378;p25"/>
          <p:cNvSpPr txBox="1"/>
          <p:nvPr>
            <p:ph idx="3" type="body"/>
          </p:nvPr>
        </p:nvSpPr>
        <p:spPr>
          <a:xfrm>
            <a:off x="8382596" y="1699688"/>
            <a:ext cx="20070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3147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indent="-331469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•"/>
              <a:defRPr>
                <a:solidFill>
                  <a:schemeClr val="accent2"/>
                </a:solidFill>
              </a:defRPr>
            </a:lvl2pPr>
            <a:lvl3pPr indent="-331469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–"/>
              <a:defRPr>
                <a:solidFill>
                  <a:schemeClr val="accent2"/>
                </a:solidFill>
              </a:defRPr>
            </a:lvl3pPr>
            <a:lvl4pPr indent="-331469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•"/>
              <a:defRPr>
                <a:solidFill>
                  <a:schemeClr val="accent2"/>
                </a:solidFill>
              </a:defRPr>
            </a:lvl4pPr>
            <a:lvl5pPr indent="-30861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–"/>
              <a:defRPr>
                <a:solidFill>
                  <a:schemeClr val="accent2"/>
                </a:solidFill>
              </a:defRPr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•"/>
              <a:defRPr>
                <a:solidFill>
                  <a:schemeClr val="accent2"/>
                </a:solidFill>
              </a:defRPr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-"/>
              <a:defRPr>
                <a:solidFill>
                  <a:schemeClr val="accent2"/>
                </a:solidFill>
              </a:defRPr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•"/>
              <a:defRPr>
                <a:solidFill>
                  <a:schemeClr val="accent2"/>
                </a:solidFill>
              </a:defRPr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accent2"/>
              </a:buClr>
              <a:buSzPts val="1620"/>
              <a:buChar char="-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79" name="Google Shape;379;p25"/>
          <p:cNvSpPr txBox="1"/>
          <p:nvPr>
            <p:ph idx="4" type="body"/>
          </p:nvPr>
        </p:nvSpPr>
        <p:spPr>
          <a:xfrm>
            <a:off x="8381008" y="2063048"/>
            <a:ext cx="3202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indent="-30861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indent="-30861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indent="-331469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indent="-33147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380" name="Google Shape;380;p25"/>
          <p:cNvSpPr txBox="1"/>
          <p:nvPr>
            <p:ph idx="5" type="body"/>
          </p:nvPr>
        </p:nvSpPr>
        <p:spPr>
          <a:xfrm>
            <a:off x="8382596" y="3972469"/>
            <a:ext cx="20070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3147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indent="-331469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1620"/>
              <a:buChar char="•"/>
              <a:defRPr>
                <a:solidFill>
                  <a:schemeClr val="accent4"/>
                </a:solidFill>
              </a:defRPr>
            </a:lvl2pPr>
            <a:lvl3pPr indent="-331469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1620"/>
              <a:buChar char="–"/>
              <a:defRPr>
                <a:solidFill>
                  <a:schemeClr val="accent4"/>
                </a:solidFill>
              </a:defRPr>
            </a:lvl3pPr>
            <a:lvl4pPr indent="-331469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1620"/>
              <a:buChar char="•"/>
              <a:defRPr>
                <a:solidFill>
                  <a:schemeClr val="accent4"/>
                </a:solidFill>
              </a:defRPr>
            </a:lvl4pPr>
            <a:lvl5pPr indent="-30861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1260"/>
              <a:buChar char="–"/>
              <a:defRPr>
                <a:solidFill>
                  <a:schemeClr val="accent4"/>
                </a:solidFill>
              </a:defRPr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1620"/>
              <a:buChar char="•"/>
              <a:defRPr>
                <a:solidFill>
                  <a:schemeClr val="accent4"/>
                </a:solidFill>
              </a:defRPr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1620"/>
              <a:buChar char="-"/>
              <a:defRPr>
                <a:solidFill>
                  <a:schemeClr val="accent4"/>
                </a:solidFill>
              </a:defRPr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1620"/>
              <a:buChar char="•"/>
              <a:defRPr>
                <a:solidFill>
                  <a:schemeClr val="accent4"/>
                </a:solidFill>
              </a:defRPr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accent4"/>
              </a:buClr>
              <a:buSzPts val="1620"/>
              <a:buChar char="-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81" name="Google Shape;381;p25"/>
          <p:cNvSpPr txBox="1"/>
          <p:nvPr>
            <p:ph idx="6" type="body"/>
          </p:nvPr>
        </p:nvSpPr>
        <p:spPr>
          <a:xfrm>
            <a:off x="8381008" y="4347904"/>
            <a:ext cx="3202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indent="-30861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indent="-30861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indent="-331469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indent="-33147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N | Customer Success">
  <p:cSld name="CUSTOM_2_1_1_2_1_2_1_1_1_1_1_1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3" name="Google Shape;383;p26"/>
          <p:cNvCxnSpPr/>
          <p:nvPr/>
        </p:nvCxnSpPr>
        <p:spPr>
          <a:xfrm>
            <a:off x="609759" y="1552248"/>
            <a:ext cx="34728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4" name="Google Shape;384;p26"/>
          <p:cNvCxnSpPr/>
          <p:nvPr/>
        </p:nvCxnSpPr>
        <p:spPr>
          <a:xfrm>
            <a:off x="4413314" y="1552248"/>
            <a:ext cx="34728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5" name="Google Shape;385;p26"/>
          <p:cNvCxnSpPr/>
          <p:nvPr/>
        </p:nvCxnSpPr>
        <p:spPr>
          <a:xfrm>
            <a:off x="609759" y="3325372"/>
            <a:ext cx="34728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6" name="Google Shape;386;p26"/>
          <p:cNvCxnSpPr/>
          <p:nvPr/>
        </p:nvCxnSpPr>
        <p:spPr>
          <a:xfrm>
            <a:off x="4413314" y="3325372"/>
            <a:ext cx="34728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7" name="Google Shape;387;p26"/>
          <p:cNvCxnSpPr/>
          <p:nvPr/>
        </p:nvCxnSpPr>
        <p:spPr>
          <a:xfrm>
            <a:off x="608898" y="5022214"/>
            <a:ext cx="34728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8" name="Google Shape;388;p26"/>
          <p:cNvCxnSpPr/>
          <p:nvPr/>
        </p:nvCxnSpPr>
        <p:spPr>
          <a:xfrm>
            <a:off x="4413314" y="5022214"/>
            <a:ext cx="34728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9" name="Google Shape;389;p26"/>
          <p:cNvSpPr/>
          <p:nvPr>
            <p:ph idx="2" type="pic"/>
          </p:nvPr>
        </p:nvSpPr>
        <p:spPr>
          <a:xfrm>
            <a:off x="9208008" y="1600200"/>
            <a:ext cx="1837800" cy="6585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26"/>
          <p:cNvSpPr/>
          <p:nvPr>
            <p:ph idx="3" type="pic"/>
          </p:nvPr>
        </p:nvSpPr>
        <p:spPr>
          <a:xfrm>
            <a:off x="8522208" y="2971800"/>
            <a:ext cx="3191400" cy="1828800"/>
          </a:xfrm>
          <a:prstGeom prst="rect">
            <a:avLst/>
          </a:prstGeom>
          <a:noFill/>
          <a:ln>
            <a:noFill/>
          </a:ln>
        </p:spPr>
      </p:sp>
      <p:sp>
        <p:nvSpPr>
          <p:cNvPr id="391" name="Google Shape;391;p26"/>
          <p:cNvSpPr txBox="1"/>
          <p:nvPr>
            <p:ph idx="12" type="sldNum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2" name="Google Shape;392;p26"/>
          <p:cNvSpPr txBox="1"/>
          <p:nvPr>
            <p:ph type="title"/>
          </p:nvPr>
        </p:nvSpPr>
        <p:spPr>
          <a:xfrm>
            <a:off x="585216" y="411480"/>
            <a:ext cx="10821900" cy="38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93" name="Google Shape;393;p26"/>
          <p:cNvSpPr txBox="1"/>
          <p:nvPr>
            <p:ph idx="1" type="subTitle"/>
          </p:nvPr>
        </p:nvSpPr>
        <p:spPr>
          <a:xfrm>
            <a:off x="591599" y="813816"/>
            <a:ext cx="10981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SzPts val="1440"/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8pPr>
            <a:lvl9pPr lvl="8" rtl="0">
              <a:spcBef>
                <a:spcPts val="1200"/>
              </a:spcBef>
              <a:spcAft>
                <a:spcPts val="1200"/>
              </a:spcAft>
              <a:buSzPts val="1260"/>
              <a:buNone/>
              <a:defRPr/>
            </a:lvl9pPr>
          </a:lstStyle>
          <a:p/>
        </p:txBody>
      </p:sp>
      <p:sp>
        <p:nvSpPr>
          <p:cNvPr id="394" name="Google Shape;394;p26"/>
          <p:cNvSpPr txBox="1"/>
          <p:nvPr>
            <p:ph idx="4" type="body"/>
          </p:nvPr>
        </p:nvSpPr>
        <p:spPr>
          <a:xfrm>
            <a:off x="611804" y="1901094"/>
            <a:ext cx="3202800" cy="12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00" lIns="0" spcFirstLastPara="1" rIns="0" wrap="square" tIns="0">
            <a:noAutofit/>
          </a:bodyPr>
          <a:lstStyle>
            <a:lvl1pPr indent="-28860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indent="-28575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indent="-30861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indent="-29718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indent="-297179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395" name="Google Shape;395;p26"/>
          <p:cNvSpPr txBox="1"/>
          <p:nvPr>
            <p:ph idx="5" type="body"/>
          </p:nvPr>
        </p:nvSpPr>
        <p:spPr>
          <a:xfrm>
            <a:off x="4415360" y="1901094"/>
            <a:ext cx="3202800" cy="12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00" lIns="0" spcFirstLastPara="1" rIns="0" wrap="square" tIns="0">
            <a:noAutofit/>
          </a:bodyPr>
          <a:lstStyle>
            <a:lvl1pPr indent="-28860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indent="-28575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indent="-30861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indent="-29718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indent="-297179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396" name="Google Shape;396;p26"/>
          <p:cNvSpPr txBox="1"/>
          <p:nvPr>
            <p:ph idx="6" type="body"/>
          </p:nvPr>
        </p:nvSpPr>
        <p:spPr>
          <a:xfrm>
            <a:off x="611804" y="3693431"/>
            <a:ext cx="32028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00" lIns="0" spcFirstLastPara="1" rIns="0" wrap="square" tIns="0">
            <a:noAutofit/>
          </a:bodyPr>
          <a:lstStyle>
            <a:lvl1pPr indent="-28860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indent="-28575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indent="-30861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indent="-29718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indent="-297179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397" name="Google Shape;397;p26"/>
          <p:cNvSpPr txBox="1"/>
          <p:nvPr>
            <p:ph idx="7" type="body"/>
          </p:nvPr>
        </p:nvSpPr>
        <p:spPr>
          <a:xfrm>
            <a:off x="4415360" y="3693431"/>
            <a:ext cx="3202800" cy="11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00" lIns="0" spcFirstLastPara="1" rIns="0" wrap="square" tIns="0">
            <a:noAutofit/>
          </a:bodyPr>
          <a:lstStyle>
            <a:lvl1pPr indent="-28860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indent="-28575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indent="-30861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indent="-29718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indent="-297179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398" name="Google Shape;398;p26"/>
          <p:cNvSpPr txBox="1"/>
          <p:nvPr>
            <p:ph idx="8" type="body"/>
          </p:nvPr>
        </p:nvSpPr>
        <p:spPr>
          <a:xfrm>
            <a:off x="613253" y="5327336"/>
            <a:ext cx="32013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indent="-331469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indent="-331469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indent="-331469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indent="-30861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399" name="Google Shape;399;p26"/>
          <p:cNvSpPr txBox="1"/>
          <p:nvPr>
            <p:ph idx="9" type="body"/>
          </p:nvPr>
        </p:nvSpPr>
        <p:spPr>
          <a:xfrm>
            <a:off x="613253" y="5593624"/>
            <a:ext cx="32013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indent="-331469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indent="-331469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indent="-331469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indent="-30861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400" name="Google Shape;400;p26"/>
          <p:cNvSpPr txBox="1"/>
          <p:nvPr>
            <p:ph idx="13" type="body"/>
          </p:nvPr>
        </p:nvSpPr>
        <p:spPr>
          <a:xfrm>
            <a:off x="613253" y="5859911"/>
            <a:ext cx="32013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indent="-331469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indent="-331469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indent="-331469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indent="-30861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401" name="Google Shape;401;p26"/>
          <p:cNvSpPr txBox="1"/>
          <p:nvPr>
            <p:ph idx="14" type="body"/>
          </p:nvPr>
        </p:nvSpPr>
        <p:spPr>
          <a:xfrm>
            <a:off x="4401936" y="5327336"/>
            <a:ext cx="32013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indent="-331469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indent="-331469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indent="-331469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indent="-30861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402" name="Google Shape;402;p26"/>
          <p:cNvSpPr txBox="1"/>
          <p:nvPr>
            <p:ph idx="15" type="body"/>
          </p:nvPr>
        </p:nvSpPr>
        <p:spPr>
          <a:xfrm>
            <a:off x="4401936" y="5593624"/>
            <a:ext cx="32013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indent="-331469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indent="-331469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indent="-331469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indent="-30861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403" name="Google Shape;403;p26"/>
          <p:cNvSpPr txBox="1"/>
          <p:nvPr>
            <p:ph idx="16" type="body"/>
          </p:nvPr>
        </p:nvSpPr>
        <p:spPr>
          <a:xfrm>
            <a:off x="4401936" y="5859911"/>
            <a:ext cx="32013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indent="-331469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indent="-331469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indent="-331469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indent="-30861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404" name="Google Shape;404;p26"/>
          <p:cNvSpPr txBox="1"/>
          <p:nvPr>
            <p:ph idx="17" type="body"/>
          </p:nvPr>
        </p:nvSpPr>
        <p:spPr>
          <a:xfrm>
            <a:off x="8511682" y="2347933"/>
            <a:ext cx="3207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718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indent="-297180" lvl="1" marL="91440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2pPr>
            <a:lvl3pPr indent="-297180" lvl="2" marL="137160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3pPr>
            <a:lvl4pPr indent="-297180" lvl="3" marL="182880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4pPr>
            <a:lvl5pPr indent="-297179" lvl="4" marL="228600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405" name="Google Shape;405;p26"/>
          <p:cNvSpPr txBox="1"/>
          <p:nvPr>
            <p:ph idx="18" type="body"/>
          </p:nvPr>
        </p:nvSpPr>
        <p:spPr>
          <a:xfrm>
            <a:off x="8511682" y="2647290"/>
            <a:ext cx="3207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718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indent="-297180" lvl="1" marL="91440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2pPr>
            <a:lvl3pPr indent="-297180" lvl="2" marL="137160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3pPr>
            <a:lvl4pPr indent="-297180" lvl="3" marL="182880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4pPr>
            <a:lvl5pPr indent="-297179" lvl="4" marL="228600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406" name="Google Shape;406;p26"/>
          <p:cNvSpPr txBox="1"/>
          <p:nvPr>
            <p:ph idx="19" type="body"/>
          </p:nvPr>
        </p:nvSpPr>
        <p:spPr>
          <a:xfrm>
            <a:off x="8518033" y="5022215"/>
            <a:ext cx="32013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861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Char char="​"/>
              <a:defRPr sz="1400">
                <a:solidFill>
                  <a:schemeClr val="dk1"/>
                </a:solidFill>
              </a:defRPr>
            </a:lvl1pPr>
            <a:lvl2pPr indent="-297180" lvl="1" marL="91440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dk1"/>
                </a:solidFill>
              </a:defRPr>
            </a:lvl2pPr>
            <a:lvl3pPr indent="-228600" lvl="2" marL="137160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None/>
              <a:defRPr sz="1200">
                <a:solidFill>
                  <a:schemeClr val="accent1"/>
                </a:solidFill>
              </a:defRPr>
            </a:lvl3pPr>
            <a:lvl4pPr indent="-297180" lvl="3" marL="182880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4pPr>
            <a:lvl5pPr indent="-297179" lvl="4" marL="228600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407" name="Google Shape;407;p26"/>
          <p:cNvSpPr txBox="1"/>
          <p:nvPr>
            <p:ph idx="20" type="body"/>
          </p:nvPr>
        </p:nvSpPr>
        <p:spPr>
          <a:xfrm>
            <a:off x="608172" y="1552576"/>
            <a:ext cx="320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718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2"/>
                </a:solidFill>
              </a:defRPr>
            </a:lvl1pPr>
            <a:lvl2pPr indent="-331469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indent="-331469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indent="-331469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indent="-33147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408" name="Google Shape;408;p26"/>
          <p:cNvSpPr txBox="1"/>
          <p:nvPr>
            <p:ph idx="21" type="body"/>
          </p:nvPr>
        </p:nvSpPr>
        <p:spPr>
          <a:xfrm>
            <a:off x="4412813" y="1552576"/>
            <a:ext cx="320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718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2"/>
                </a:solidFill>
              </a:defRPr>
            </a:lvl1pPr>
            <a:lvl2pPr indent="-331469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indent="-331469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indent="-331469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indent="-33147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409" name="Google Shape;409;p26"/>
          <p:cNvSpPr txBox="1"/>
          <p:nvPr>
            <p:ph idx="22" type="body"/>
          </p:nvPr>
        </p:nvSpPr>
        <p:spPr>
          <a:xfrm>
            <a:off x="608172" y="3338515"/>
            <a:ext cx="320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718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3"/>
                </a:solidFill>
              </a:defRPr>
            </a:lvl1pPr>
            <a:lvl2pPr indent="-331469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indent="-331469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indent="-331469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indent="-33147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410" name="Google Shape;410;p26"/>
          <p:cNvSpPr txBox="1"/>
          <p:nvPr>
            <p:ph idx="23" type="body"/>
          </p:nvPr>
        </p:nvSpPr>
        <p:spPr>
          <a:xfrm>
            <a:off x="4428692" y="3338515"/>
            <a:ext cx="320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718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3"/>
                </a:solidFill>
              </a:defRPr>
            </a:lvl1pPr>
            <a:lvl2pPr indent="-331469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indent="-331469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indent="-331469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indent="-33147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411" name="Google Shape;411;p26"/>
          <p:cNvSpPr txBox="1"/>
          <p:nvPr>
            <p:ph idx="24" type="body"/>
          </p:nvPr>
        </p:nvSpPr>
        <p:spPr>
          <a:xfrm>
            <a:off x="608171" y="5022851"/>
            <a:ext cx="32442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718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4"/>
                </a:solidFill>
              </a:defRPr>
            </a:lvl1pPr>
            <a:lvl2pPr indent="-331469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indent="-331469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indent="-331469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indent="-33147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412" name="Google Shape;412;p26"/>
          <p:cNvSpPr txBox="1"/>
          <p:nvPr>
            <p:ph idx="25" type="body"/>
          </p:nvPr>
        </p:nvSpPr>
        <p:spPr>
          <a:xfrm>
            <a:off x="4428691" y="5022851"/>
            <a:ext cx="32442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718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4"/>
                </a:solidFill>
              </a:defRPr>
            </a:lvl1pPr>
            <a:lvl2pPr indent="-331469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indent="-331469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indent="-331469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indent="-33147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O | Three Icons">
  <p:cSld name="CUSTOM_2_1_1_2_2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7"/>
          <p:cNvSpPr txBox="1"/>
          <p:nvPr>
            <p:ph idx="12" type="sldNum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5" name="Google Shape;415;p27"/>
          <p:cNvSpPr txBox="1"/>
          <p:nvPr>
            <p:ph type="title"/>
          </p:nvPr>
        </p:nvSpPr>
        <p:spPr>
          <a:xfrm>
            <a:off x="585216" y="411480"/>
            <a:ext cx="10821900" cy="38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16" name="Google Shape;416;p27"/>
          <p:cNvSpPr txBox="1"/>
          <p:nvPr>
            <p:ph idx="1" type="subTitle"/>
          </p:nvPr>
        </p:nvSpPr>
        <p:spPr>
          <a:xfrm>
            <a:off x="591599" y="813816"/>
            <a:ext cx="10981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SzPts val="1440"/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8pPr>
            <a:lvl9pPr lvl="8" rtl="0">
              <a:spcBef>
                <a:spcPts val="1200"/>
              </a:spcBef>
              <a:spcAft>
                <a:spcPts val="1200"/>
              </a:spcAft>
              <a:buSzPts val="1260"/>
              <a:buNone/>
              <a:defRPr/>
            </a:lvl9pPr>
          </a:lstStyle>
          <a:p/>
        </p:txBody>
      </p:sp>
      <p:sp>
        <p:nvSpPr>
          <p:cNvPr id="417" name="Google Shape;417;p27"/>
          <p:cNvSpPr/>
          <p:nvPr/>
        </p:nvSpPr>
        <p:spPr>
          <a:xfrm>
            <a:off x="1982394" y="2055430"/>
            <a:ext cx="1829400" cy="18291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1A00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7"/>
          <p:cNvSpPr/>
          <p:nvPr/>
        </p:nvSpPr>
        <p:spPr>
          <a:xfrm>
            <a:off x="5186275" y="2055430"/>
            <a:ext cx="1829400" cy="18291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7"/>
          <p:cNvSpPr/>
          <p:nvPr/>
        </p:nvSpPr>
        <p:spPr>
          <a:xfrm>
            <a:off x="8391487" y="2055430"/>
            <a:ext cx="1829400" cy="18291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7"/>
          <p:cNvSpPr txBox="1"/>
          <p:nvPr>
            <p:ph idx="2" type="body"/>
          </p:nvPr>
        </p:nvSpPr>
        <p:spPr>
          <a:xfrm>
            <a:off x="2188673" y="2419650"/>
            <a:ext cx="1397100" cy="1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31470" lvl="0" marL="4572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indent="-331469" lvl="1" marL="9144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620"/>
              <a:buFont typeface="Open Sans"/>
              <a:buChar char="​"/>
              <a:defRPr>
                <a:solidFill>
                  <a:schemeClr val="accent4"/>
                </a:solidFill>
              </a:defRPr>
            </a:lvl2pPr>
            <a:lvl3pPr indent="-331469" lvl="2" marL="13716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620"/>
              <a:buChar char="–"/>
              <a:defRPr>
                <a:solidFill>
                  <a:schemeClr val="accent4"/>
                </a:solidFill>
              </a:defRPr>
            </a:lvl3pPr>
            <a:lvl4pPr indent="-331469" lvl="3" marL="18288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620"/>
              <a:buChar char="•"/>
              <a:defRPr>
                <a:solidFill>
                  <a:schemeClr val="accent4"/>
                </a:solidFill>
              </a:defRPr>
            </a:lvl4pPr>
            <a:lvl5pPr indent="-331470" lvl="4" marL="22860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620"/>
              <a:buChar char="–"/>
              <a:defRPr>
                <a:solidFill>
                  <a:schemeClr val="accent4"/>
                </a:solidFill>
              </a:defRPr>
            </a:lvl5pPr>
            <a:lvl6pPr indent="-331470" lvl="5" marL="27432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620"/>
              <a:buChar char="•"/>
              <a:defRPr>
                <a:solidFill>
                  <a:schemeClr val="accent4"/>
                </a:solidFill>
              </a:defRPr>
            </a:lvl6pPr>
            <a:lvl7pPr indent="-331470" lvl="6" marL="32004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620"/>
              <a:buChar char="-"/>
              <a:defRPr>
                <a:solidFill>
                  <a:schemeClr val="accent4"/>
                </a:solidFill>
              </a:defRPr>
            </a:lvl7pPr>
            <a:lvl8pPr indent="-331470" lvl="7" marL="36576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620"/>
              <a:buChar char="•"/>
              <a:defRPr>
                <a:solidFill>
                  <a:schemeClr val="accent4"/>
                </a:solidFill>
              </a:defRPr>
            </a:lvl8pPr>
            <a:lvl9pPr indent="-331470" lvl="8" marL="4114800" rtl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ts val="1620"/>
              <a:buChar char="-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421" name="Google Shape;421;p27"/>
          <p:cNvSpPr txBox="1"/>
          <p:nvPr>
            <p:ph idx="3" type="body"/>
          </p:nvPr>
        </p:nvSpPr>
        <p:spPr>
          <a:xfrm>
            <a:off x="1526302" y="4267940"/>
            <a:ext cx="2745600" cy="14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576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4"/>
                </a:solidFill>
              </a:defRPr>
            </a:lvl1pPr>
            <a:lvl2pPr indent="-331469" lvl="1" marL="91440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>
                <a:solidFill>
                  <a:schemeClr val="dk1"/>
                </a:solidFill>
              </a:defRPr>
            </a:lvl2pPr>
            <a:lvl3pPr indent="-331469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indent="-331469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indent="-33147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422" name="Google Shape;422;p27"/>
          <p:cNvSpPr txBox="1"/>
          <p:nvPr>
            <p:ph idx="4" type="body"/>
          </p:nvPr>
        </p:nvSpPr>
        <p:spPr>
          <a:xfrm>
            <a:off x="5410021" y="2419650"/>
            <a:ext cx="1397100" cy="1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31470" lvl="0" marL="4572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indent="-331469" lvl="1" marL="9144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620"/>
              <a:buFont typeface="Open Sans"/>
              <a:buChar char="​"/>
              <a:defRPr>
                <a:solidFill>
                  <a:schemeClr val="accent3"/>
                </a:solidFill>
              </a:defRPr>
            </a:lvl2pPr>
            <a:lvl3pPr indent="-331469" lvl="2" marL="13716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620"/>
              <a:buChar char="–"/>
              <a:defRPr>
                <a:solidFill>
                  <a:schemeClr val="accent3"/>
                </a:solidFill>
              </a:defRPr>
            </a:lvl3pPr>
            <a:lvl4pPr indent="-331469" lvl="3" marL="18288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620"/>
              <a:buChar char="•"/>
              <a:defRPr>
                <a:solidFill>
                  <a:schemeClr val="accent3"/>
                </a:solidFill>
              </a:defRPr>
            </a:lvl4pPr>
            <a:lvl5pPr indent="-331470" lvl="4" marL="22860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620"/>
              <a:buChar char="–"/>
              <a:defRPr>
                <a:solidFill>
                  <a:schemeClr val="accent3"/>
                </a:solidFill>
              </a:defRPr>
            </a:lvl5pPr>
            <a:lvl6pPr indent="-331470" lvl="5" marL="27432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620"/>
              <a:buChar char="•"/>
              <a:defRPr>
                <a:solidFill>
                  <a:schemeClr val="accent3"/>
                </a:solidFill>
              </a:defRPr>
            </a:lvl6pPr>
            <a:lvl7pPr indent="-331470" lvl="6" marL="32004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620"/>
              <a:buChar char="-"/>
              <a:defRPr>
                <a:solidFill>
                  <a:schemeClr val="accent3"/>
                </a:solidFill>
              </a:defRPr>
            </a:lvl7pPr>
            <a:lvl8pPr indent="-331470" lvl="7" marL="36576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620"/>
              <a:buChar char="•"/>
              <a:defRPr>
                <a:solidFill>
                  <a:schemeClr val="accent3"/>
                </a:solidFill>
              </a:defRPr>
            </a:lvl8pPr>
            <a:lvl9pPr indent="-331470" lvl="8" marL="4114800" rtl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ts val="1620"/>
              <a:buChar char="-"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23" name="Google Shape;423;p27"/>
          <p:cNvSpPr txBox="1"/>
          <p:nvPr>
            <p:ph idx="5" type="body"/>
          </p:nvPr>
        </p:nvSpPr>
        <p:spPr>
          <a:xfrm>
            <a:off x="4722455" y="4267940"/>
            <a:ext cx="2745600" cy="14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576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3"/>
                </a:solidFill>
              </a:defRPr>
            </a:lvl1pPr>
            <a:lvl2pPr indent="-331469" lvl="1" marL="91440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1469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indent="-331469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indent="-33147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424" name="Google Shape;424;p27"/>
          <p:cNvSpPr txBox="1"/>
          <p:nvPr>
            <p:ph idx="6" type="body"/>
          </p:nvPr>
        </p:nvSpPr>
        <p:spPr>
          <a:xfrm>
            <a:off x="7925277" y="4267940"/>
            <a:ext cx="2745600" cy="14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576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2"/>
                </a:solidFill>
              </a:defRPr>
            </a:lvl1pPr>
            <a:lvl2pPr indent="-331469" lvl="1" marL="91440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1469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indent="-331469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indent="-33147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425" name="Google Shape;425;p27"/>
          <p:cNvSpPr txBox="1"/>
          <p:nvPr>
            <p:ph idx="7" type="body"/>
          </p:nvPr>
        </p:nvSpPr>
        <p:spPr>
          <a:xfrm>
            <a:off x="8611255" y="2419650"/>
            <a:ext cx="1397100" cy="1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31470" lvl="0" marL="4572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indent="-331469" lvl="1" marL="9144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Font typeface="Open Sans"/>
              <a:buChar char="​"/>
              <a:defRPr>
                <a:solidFill>
                  <a:schemeClr val="accent2"/>
                </a:solidFill>
              </a:defRPr>
            </a:lvl2pPr>
            <a:lvl3pPr indent="-331469" lvl="2" marL="13716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–"/>
              <a:defRPr>
                <a:solidFill>
                  <a:schemeClr val="accent2"/>
                </a:solidFill>
              </a:defRPr>
            </a:lvl3pPr>
            <a:lvl4pPr indent="-331469" lvl="3" marL="18288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•"/>
              <a:defRPr>
                <a:solidFill>
                  <a:schemeClr val="accent2"/>
                </a:solidFill>
              </a:defRPr>
            </a:lvl4pPr>
            <a:lvl5pPr indent="-331470" lvl="4" marL="22860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–"/>
              <a:defRPr>
                <a:solidFill>
                  <a:schemeClr val="accent2"/>
                </a:solidFill>
              </a:defRPr>
            </a:lvl5pPr>
            <a:lvl6pPr indent="-331470" lvl="5" marL="27432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•"/>
              <a:defRPr>
                <a:solidFill>
                  <a:schemeClr val="accent2"/>
                </a:solidFill>
              </a:defRPr>
            </a:lvl6pPr>
            <a:lvl7pPr indent="-331470" lvl="6" marL="32004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-"/>
              <a:defRPr>
                <a:solidFill>
                  <a:schemeClr val="accent2"/>
                </a:solidFill>
              </a:defRPr>
            </a:lvl7pPr>
            <a:lvl8pPr indent="-331470" lvl="7" marL="36576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•"/>
              <a:defRPr>
                <a:solidFill>
                  <a:schemeClr val="accent2"/>
                </a:solidFill>
              </a:defRPr>
            </a:lvl8pPr>
            <a:lvl9pPr indent="-331470" lvl="8" marL="4114800" rtl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20"/>
              <a:buChar char="-"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P | Four Icons">
  <p:cSld name="CUSTOM_2_1_1_2_2_1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8"/>
          <p:cNvSpPr/>
          <p:nvPr/>
        </p:nvSpPr>
        <p:spPr>
          <a:xfrm>
            <a:off x="1066027" y="2060873"/>
            <a:ext cx="1829400" cy="18291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1A00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8"/>
          <p:cNvSpPr/>
          <p:nvPr/>
        </p:nvSpPr>
        <p:spPr>
          <a:xfrm>
            <a:off x="3807924" y="2060873"/>
            <a:ext cx="1829400" cy="18291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8"/>
          <p:cNvSpPr/>
          <p:nvPr/>
        </p:nvSpPr>
        <p:spPr>
          <a:xfrm>
            <a:off x="6563810" y="2060873"/>
            <a:ext cx="1829400" cy="18291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8"/>
          <p:cNvSpPr/>
          <p:nvPr/>
        </p:nvSpPr>
        <p:spPr>
          <a:xfrm>
            <a:off x="9304556" y="2060873"/>
            <a:ext cx="1829400" cy="18291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8"/>
          <p:cNvSpPr txBox="1"/>
          <p:nvPr>
            <p:ph idx="12" type="sldNum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2" name="Google Shape;432;p28"/>
          <p:cNvSpPr txBox="1"/>
          <p:nvPr>
            <p:ph type="title"/>
          </p:nvPr>
        </p:nvSpPr>
        <p:spPr>
          <a:xfrm>
            <a:off x="585216" y="411480"/>
            <a:ext cx="10821900" cy="38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3" name="Google Shape;433;p28"/>
          <p:cNvSpPr txBox="1"/>
          <p:nvPr>
            <p:ph idx="1" type="subTitle"/>
          </p:nvPr>
        </p:nvSpPr>
        <p:spPr>
          <a:xfrm>
            <a:off x="591599" y="813816"/>
            <a:ext cx="10981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SzPts val="1440"/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8pPr>
            <a:lvl9pPr lvl="8" rtl="0">
              <a:spcBef>
                <a:spcPts val="1200"/>
              </a:spcBef>
              <a:spcAft>
                <a:spcPts val="1200"/>
              </a:spcAft>
              <a:buSzPts val="1260"/>
              <a:buNone/>
              <a:defRPr/>
            </a:lvl9pPr>
          </a:lstStyle>
          <a:p/>
        </p:txBody>
      </p:sp>
      <p:sp>
        <p:nvSpPr>
          <p:cNvPr id="434" name="Google Shape;434;p28"/>
          <p:cNvSpPr txBox="1"/>
          <p:nvPr>
            <p:ph idx="2" type="body"/>
          </p:nvPr>
        </p:nvSpPr>
        <p:spPr>
          <a:xfrm>
            <a:off x="1274035" y="2425093"/>
            <a:ext cx="1397100" cy="1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31470" lvl="0" marL="4572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indent="-331469" lvl="1" marL="9144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620"/>
              <a:buFont typeface="Open Sans"/>
              <a:buChar char="​"/>
              <a:defRPr>
                <a:solidFill>
                  <a:schemeClr val="accent4"/>
                </a:solidFill>
              </a:defRPr>
            </a:lvl2pPr>
            <a:lvl3pPr indent="-331469" lvl="2" marL="13716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620"/>
              <a:buChar char="–"/>
              <a:defRPr>
                <a:solidFill>
                  <a:schemeClr val="accent4"/>
                </a:solidFill>
              </a:defRPr>
            </a:lvl3pPr>
            <a:lvl4pPr indent="-331469" lvl="3" marL="18288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620"/>
              <a:buChar char="•"/>
              <a:defRPr>
                <a:solidFill>
                  <a:schemeClr val="accent4"/>
                </a:solidFill>
              </a:defRPr>
            </a:lvl4pPr>
            <a:lvl5pPr indent="-331470" lvl="4" marL="22860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620"/>
              <a:buChar char="–"/>
              <a:defRPr>
                <a:solidFill>
                  <a:schemeClr val="accent4"/>
                </a:solidFill>
              </a:defRPr>
            </a:lvl5pPr>
            <a:lvl6pPr indent="-331470" lvl="5" marL="27432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620"/>
              <a:buChar char="•"/>
              <a:defRPr>
                <a:solidFill>
                  <a:schemeClr val="accent4"/>
                </a:solidFill>
              </a:defRPr>
            </a:lvl6pPr>
            <a:lvl7pPr indent="-331470" lvl="6" marL="32004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620"/>
              <a:buChar char="-"/>
              <a:defRPr>
                <a:solidFill>
                  <a:schemeClr val="accent4"/>
                </a:solidFill>
              </a:defRPr>
            </a:lvl7pPr>
            <a:lvl8pPr indent="-331470" lvl="7" marL="36576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620"/>
              <a:buChar char="•"/>
              <a:defRPr>
                <a:solidFill>
                  <a:schemeClr val="accent4"/>
                </a:solidFill>
              </a:defRPr>
            </a:lvl8pPr>
            <a:lvl9pPr indent="-331470" lvl="8" marL="4114800" rtl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ts val="1620"/>
              <a:buChar char="-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435" name="Google Shape;435;p28"/>
          <p:cNvSpPr txBox="1"/>
          <p:nvPr>
            <p:ph idx="3" type="body"/>
          </p:nvPr>
        </p:nvSpPr>
        <p:spPr>
          <a:xfrm>
            <a:off x="842893" y="4269508"/>
            <a:ext cx="2286600" cy="14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576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4"/>
                </a:solidFill>
              </a:defRPr>
            </a:lvl1pPr>
            <a:lvl2pPr indent="-331469" lvl="1" marL="91440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1469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indent="-331469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indent="-33147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436" name="Google Shape;436;p28"/>
          <p:cNvSpPr txBox="1"/>
          <p:nvPr>
            <p:ph idx="4" type="body"/>
          </p:nvPr>
        </p:nvSpPr>
        <p:spPr>
          <a:xfrm>
            <a:off x="4001639" y="2425093"/>
            <a:ext cx="1397100" cy="1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31470" lvl="0" marL="4572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indent="-331469" lvl="1" marL="9144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620"/>
              <a:buFont typeface="Open Sans"/>
              <a:buChar char="​"/>
              <a:defRPr>
                <a:solidFill>
                  <a:schemeClr val="accent3"/>
                </a:solidFill>
              </a:defRPr>
            </a:lvl2pPr>
            <a:lvl3pPr indent="-331469" lvl="2" marL="13716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620"/>
              <a:buChar char="–"/>
              <a:defRPr>
                <a:solidFill>
                  <a:schemeClr val="accent3"/>
                </a:solidFill>
              </a:defRPr>
            </a:lvl3pPr>
            <a:lvl4pPr indent="-331469" lvl="3" marL="18288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620"/>
              <a:buChar char="•"/>
              <a:defRPr>
                <a:solidFill>
                  <a:schemeClr val="accent3"/>
                </a:solidFill>
              </a:defRPr>
            </a:lvl4pPr>
            <a:lvl5pPr indent="-331470" lvl="4" marL="22860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620"/>
              <a:buChar char="–"/>
              <a:defRPr>
                <a:solidFill>
                  <a:schemeClr val="accent3"/>
                </a:solidFill>
              </a:defRPr>
            </a:lvl5pPr>
            <a:lvl6pPr indent="-331470" lvl="5" marL="27432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620"/>
              <a:buChar char="•"/>
              <a:defRPr>
                <a:solidFill>
                  <a:schemeClr val="accent3"/>
                </a:solidFill>
              </a:defRPr>
            </a:lvl6pPr>
            <a:lvl7pPr indent="-331470" lvl="6" marL="32004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620"/>
              <a:buChar char="-"/>
              <a:defRPr>
                <a:solidFill>
                  <a:schemeClr val="accent3"/>
                </a:solidFill>
              </a:defRPr>
            </a:lvl7pPr>
            <a:lvl8pPr indent="-331470" lvl="7" marL="36576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620"/>
              <a:buChar char="•"/>
              <a:defRPr>
                <a:solidFill>
                  <a:schemeClr val="accent3"/>
                </a:solidFill>
              </a:defRPr>
            </a:lvl8pPr>
            <a:lvl9pPr indent="-331470" lvl="8" marL="4114800" rtl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ts val="1620"/>
              <a:buChar char="-"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37" name="Google Shape;437;p28"/>
          <p:cNvSpPr txBox="1"/>
          <p:nvPr>
            <p:ph idx="5" type="body"/>
          </p:nvPr>
        </p:nvSpPr>
        <p:spPr>
          <a:xfrm>
            <a:off x="3580746" y="4269508"/>
            <a:ext cx="2286600" cy="14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576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3"/>
                </a:solidFill>
              </a:defRPr>
            </a:lvl1pPr>
            <a:lvl2pPr indent="-331469" lvl="1" marL="91440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1469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indent="-331469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indent="-33147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438" name="Google Shape;438;p28"/>
          <p:cNvSpPr txBox="1"/>
          <p:nvPr>
            <p:ph idx="6" type="body"/>
          </p:nvPr>
        </p:nvSpPr>
        <p:spPr>
          <a:xfrm>
            <a:off x="6773884" y="2425093"/>
            <a:ext cx="1397100" cy="1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31470" lvl="0" marL="4572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indent="-331469" lvl="1" marL="9144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Font typeface="Open Sans"/>
              <a:buChar char="​"/>
              <a:defRPr>
                <a:solidFill>
                  <a:schemeClr val="accent2"/>
                </a:solidFill>
              </a:defRPr>
            </a:lvl2pPr>
            <a:lvl3pPr indent="-331469" lvl="2" marL="13716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–"/>
              <a:defRPr>
                <a:solidFill>
                  <a:schemeClr val="accent2"/>
                </a:solidFill>
              </a:defRPr>
            </a:lvl3pPr>
            <a:lvl4pPr indent="-331469" lvl="3" marL="18288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•"/>
              <a:defRPr>
                <a:solidFill>
                  <a:schemeClr val="accent2"/>
                </a:solidFill>
              </a:defRPr>
            </a:lvl4pPr>
            <a:lvl5pPr indent="-331470" lvl="4" marL="22860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–"/>
              <a:defRPr>
                <a:solidFill>
                  <a:schemeClr val="accent2"/>
                </a:solidFill>
              </a:defRPr>
            </a:lvl5pPr>
            <a:lvl6pPr indent="-331470" lvl="5" marL="27432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•"/>
              <a:defRPr>
                <a:solidFill>
                  <a:schemeClr val="accent2"/>
                </a:solidFill>
              </a:defRPr>
            </a:lvl6pPr>
            <a:lvl7pPr indent="-331470" lvl="6" marL="32004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-"/>
              <a:defRPr>
                <a:solidFill>
                  <a:schemeClr val="accent2"/>
                </a:solidFill>
              </a:defRPr>
            </a:lvl7pPr>
            <a:lvl8pPr indent="-331470" lvl="7" marL="36576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•"/>
              <a:defRPr>
                <a:solidFill>
                  <a:schemeClr val="accent2"/>
                </a:solidFill>
              </a:defRPr>
            </a:lvl8pPr>
            <a:lvl9pPr indent="-331470" lvl="8" marL="4114800" rtl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20"/>
              <a:buChar char="-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39" name="Google Shape;439;p28"/>
          <p:cNvSpPr txBox="1"/>
          <p:nvPr>
            <p:ph idx="7" type="body"/>
          </p:nvPr>
        </p:nvSpPr>
        <p:spPr>
          <a:xfrm>
            <a:off x="6324660" y="4269508"/>
            <a:ext cx="2286600" cy="14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576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2"/>
                </a:solidFill>
              </a:defRPr>
            </a:lvl1pPr>
            <a:lvl2pPr indent="-331469" lvl="1" marL="91440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1469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indent="-331469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indent="-33147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440" name="Google Shape;440;p28"/>
          <p:cNvSpPr txBox="1"/>
          <p:nvPr>
            <p:ph idx="8" type="body"/>
          </p:nvPr>
        </p:nvSpPr>
        <p:spPr>
          <a:xfrm>
            <a:off x="9540733" y="2425093"/>
            <a:ext cx="1397100" cy="1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31470" lvl="0" marL="4572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620"/>
              <a:buChar char="​"/>
              <a:defRPr sz="1800">
                <a:solidFill>
                  <a:schemeClr val="accent5"/>
                </a:solidFill>
              </a:defRPr>
            </a:lvl1pPr>
            <a:lvl2pPr indent="-331469" lvl="1" marL="9144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620"/>
              <a:buFont typeface="Open Sans"/>
              <a:buChar char="​"/>
              <a:defRPr>
                <a:solidFill>
                  <a:schemeClr val="accent5"/>
                </a:solidFill>
              </a:defRPr>
            </a:lvl2pPr>
            <a:lvl3pPr indent="-331469" lvl="2" marL="13716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620"/>
              <a:buChar char="–"/>
              <a:defRPr>
                <a:solidFill>
                  <a:schemeClr val="accent5"/>
                </a:solidFill>
              </a:defRPr>
            </a:lvl3pPr>
            <a:lvl4pPr indent="-331469" lvl="3" marL="18288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620"/>
              <a:buChar char="•"/>
              <a:defRPr>
                <a:solidFill>
                  <a:schemeClr val="accent5"/>
                </a:solidFill>
              </a:defRPr>
            </a:lvl4pPr>
            <a:lvl5pPr indent="-331470" lvl="4" marL="22860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620"/>
              <a:buChar char="–"/>
              <a:defRPr>
                <a:solidFill>
                  <a:schemeClr val="accent5"/>
                </a:solidFill>
              </a:defRPr>
            </a:lvl5pPr>
            <a:lvl6pPr indent="-331470" lvl="5" marL="27432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620"/>
              <a:buChar char="•"/>
              <a:defRPr>
                <a:solidFill>
                  <a:schemeClr val="accent5"/>
                </a:solidFill>
              </a:defRPr>
            </a:lvl6pPr>
            <a:lvl7pPr indent="-331470" lvl="6" marL="32004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620"/>
              <a:buChar char="-"/>
              <a:defRPr>
                <a:solidFill>
                  <a:schemeClr val="accent5"/>
                </a:solidFill>
              </a:defRPr>
            </a:lvl7pPr>
            <a:lvl8pPr indent="-331470" lvl="7" marL="36576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620"/>
              <a:buChar char="•"/>
              <a:defRPr>
                <a:solidFill>
                  <a:schemeClr val="accent5"/>
                </a:solidFill>
              </a:defRPr>
            </a:lvl8pPr>
            <a:lvl9pPr indent="-331470" lvl="8" marL="4114800" rtl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5"/>
              </a:buClr>
              <a:buSzPts val="1620"/>
              <a:buChar char="-"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41" name="Google Shape;441;p28"/>
          <p:cNvSpPr txBox="1"/>
          <p:nvPr>
            <p:ph idx="9" type="body"/>
          </p:nvPr>
        </p:nvSpPr>
        <p:spPr>
          <a:xfrm>
            <a:off x="9068575" y="4269508"/>
            <a:ext cx="2286600" cy="14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576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5"/>
                </a:solidFill>
              </a:defRPr>
            </a:lvl1pPr>
            <a:lvl2pPr indent="-331469" lvl="1" marL="91440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1469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indent="-331469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indent="-33147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Q | Five Icons">
  <p:cSld name="CUSTOM_2_1_1_2_2_1_1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9"/>
          <p:cNvSpPr/>
          <p:nvPr/>
        </p:nvSpPr>
        <p:spPr>
          <a:xfrm>
            <a:off x="9747012" y="2064664"/>
            <a:ext cx="1829400" cy="1829100"/>
          </a:xfrm>
          <a:prstGeom prst="ellipse">
            <a:avLst/>
          </a:prstGeom>
          <a:noFill/>
          <a:ln cap="flat" cmpd="sng" w="38100">
            <a:solidFill>
              <a:srgbClr val="535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EDB5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29"/>
          <p:cNvSpPr txBox="1"/>
          <p:nvPr>
            <p:ph idx="1" type="body"/>
          </p:nvPr>
        </p:nvSpPr>
        <p:spPr>
          <a:xfrm>
            <a:off x="9983212" y="2428884"/>
            <a:ext cx="1397100" cy="1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31470" lvl="0" marL="4572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3565A"/>
              </a:buClr>
              <a:buSzPts val="1620"/>
              <a:buChar char="​"/>
              <a:defRPr sz="1800">
                <a:solidFill>
                  <a:srgbClr val="53565A"/>
                </a:solidFill>
              </a:defRPr>
            </a:lvl1pPr>
            <a:lvl2pPr indent="-331469" lvl="1" marL="9144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3565A"/>
              </a:buClr>
              <a:buSzPts val="1620"/>
              <a:buFont typeface="Open Sans"/>
              <a:buChar char="​"/>
              <a:defRPr>
                <a:solidFill>
                  <a:srgbClr val="53565A"/>
                </a:solidFill>
              </a:defRPr>
            </a:lvl2pPr>
            <a:lvl3pPr indent="-331469" lvl="2" marL="13716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3565A"/>
              </a:buClr>
              <a:buSzPts val="1620"/>
              <a:buChar char="–"/>
              <a:defRPr>
                <a:solidFill>
                  <a:srgbClr val="53565A"/>
                </a:solidFill>
              </a:defRPr>
            </a:lvl3pPr>
            <a:lvl4pPr indent="-331469" lvl="3" marL="18288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3565A"/>
              </a:buClr>
              <a:buSzPts val="1620"/>
              <a:buChar char="•"/>
              <a:defRPr>
                <a:solidFill>
                  <a:srgbClr val="53565A"/>
                </a:solidFill>
              </a:defRPr>
            </a:lvl4pPr>
            <a:lvl5pPr indent="-331470" lvl="4" marL="22860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3565A"/>
              </a:buClr>
              <a:buSzPts val="1620"/>
              <a:buChar char="–"/>
              <a:defRPr>
                <a:solidFill>
                  <a:srgbClr val="53565A"/>
                </a:solidFill>
              </a:defRPr>
            </a:lvl5pPr>
            <a:lvl6pPr indent="-331470" lvl="5" marL="27432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3565A"/>
              </a:buClr>
              <a:buSzPts val="1620"/>
              <a:buChar char="•"/>
              <a:defRPr>
                <a:solidFill>
                  <a:srgbClr val="53565A"/>
                </a:solidFill>
              </a:defRPr>
            </a:lvl6pPr>
            <a:lvl7pPr indent="-331470" lvl="6" marL="32004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3565A"/>
              </a:buClr>
              <a:buSzPts val="1620"/>
              <a:buChar char="-"/>
              <a:defRPr>
                <a:solidFill>
                  <a:srgbClr val="53565A"/>
                </a:solidFill>
              </a:defRPr>
            </a:lvl7pPr>
            <a:lvl8pPr indent="-331470" lvl="7" marL="36576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3565A"/>
              </a:buClr>
              <a:buSzPts val="1620"/>
              <a:buChar char="•"/>
              <a:defRPr>
                <a:solidFill>
                  <a:srgbClr val="53565A"/>
                </a:solidFill>
              </a:defRPr>
            </a:lvl8pPr>
            <a:lvl9pPr indent="-331470" lvl="8" marL="4114800" rtl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53565A"/>
              </a:buClr>
              <a:buSzPts val="1620"/>
              <a:buChar char="-"/>
              <a:defRPr>
                <a:solidFill>
                  <a:srgbClr val="53565A"/>
                </a:solidFill>
              </a:defRPr>
            </a:lvl9pPr>
          </a:lstStyle>
          <a:p/>
        </p:txBody>
      </p:sp>
      <p:sp>
        <p:nvSpPr>
          <p:cNvPr id="445" name="Google Shape;445;p29"/>
          <p:cNvSpPr txBox="1"/>
          <p:nvPr>
            <p:ph idx="12" type="sldNum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6" name="Google Shape;446;p29"/>
          <p:cNvSpPr txBox="1"/>
          <p:nvPr>
            <p:ph type="title"/>
          </p:nvPr>
        </p:nvSpPr>
        <p:spPr>
          <a:xfrm>
            <a:off x="585216" y="411480"/>
            <a:ext cx="10821900" cy="38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47" name="Google Shape;447;p29"/>
          <p:cNvSpPr txBox="1"/>
          <p:nvPr>
            <p:ph idx="2" type="subTitle"/>
          </p:nvPr>
        </p:nvSpPr>
        <p:spPr>
          <a:xfrm>
            <a:off x="591599" y="813816"/>
            <a:ext cx="10981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SzPts val="1440"/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8pPr>
            <a:lvl9pPr lvl="8" rtl="0">
              <a:spcBef>
                <a:spcPts val="1200"/>
              </a:spcBef>
              <a:spcAft>
                <a:spcPts val="1200"/>
              </a:spcAft>
              <a:buSzPts val="1260"/>
              <a:buNone/>
              <a:defRPr/>
            </a:lvl9pPr>
          </a:lstStyle>
          <a:p/>
        </p:txBody>
      </p:sp>
      <p:sp>
        <p:nvSpPr>
          <p:cNvPr id="448" name="Google Shape;448;p29"/>
          <p:cNvSpPr/>
          <p:nvPr/>
        </p:nvSpPr>
        <p:spPr>
          <a:xfrm>
            <a:off x="609960" y="2064664"/>
            <a:ext cx="1829400" cy="18291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1A00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9"/>
          <p:cNvSpPr/>
          <p:nvPr/>
        </p:nvSpPr>
        <p:spPr>
          <a:xfrm>
            <a:off x="2893206" y="2064664"/>
            <a:ext cx="1829400" cy="18291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9"/>
          <p:cNvSpPr/>
          <p:nvPr/>
        </p:nvSpPr>
        <p:spPr>
          <a:xfrm>
            <a:off x="5202736" y="2064664"/>
            <a:ext cx="1829400" cy="18291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9"/>
          <p:cNvSpPr/>
          <p:nvPr/>
        </p:nvSpPr>
        <p:spPr>
          <a:xfrm>
            <a:off x="7466866" y="2064664"/>
            <a:ext cx="1829400" cy="18291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9"/>
          <p:cNvSpPr txBox="1"/>
          <p:nvPr>
            <p:ph idx="3" type="body"/>
          </p:nvPr>
        </p:nvSpPr>
        <p:spPr>
          <a:xfrm>
            <a:off x="820763" y="2428884"/>
            <a:ext cx="1397100" cy="1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31470" lvl="0" marL="4572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indent="-331469" lvl="1" marL="9144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620"/>
              <a:buFont typeface="Open Sans"/>
              <a:buChar char="​"/>
              <a:defRPr>
                <a:solidFill>
                  <a:schemeClr val="accent4"/>
                </a:solidFill>
              </a:defRPr>
            </a:lvl2pPr>
            <a:lvl3pPr indent="-331469" lvl="2" marL="13716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620"/>
              <a:buChar char="–"/>
              <a:defRPr>
                <a:solidFill>
                  <a:schemeClr val="accent4"/>
                </a:solidFill>
              </a:defRPr>
            </a:lvl3pPr>
            <a:lvl4pPr indent="-331469" lvl="3" marL="18288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620"/>
              <a:buChar char="•"/>
              <a:defRPr>
                <a:solidFill>
                  <a:schemeClr val="accent4"/>
                </a:solidFill>
              </a:defRPr>
            </a:lvl4pPr>
            <a:lvl5pPr indent="-331470" lvl="4" marL="22860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620"/>
              <a:buChar char="–"/>
              <a:defRPr>
                <a:solidFill>
                  <a:schemeClr val="accent4"/>
                </a:solidFill>
              </a:defRPr>
            </a:lvl5pPr>
            <a:lvl6pPr indent="-331470" lvl="5" marL="27432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620"/>
              <a:buChar char="•"/>
              <a:defRPr>
                <a:solidFill>
                  <a:schemeClr val="accent4"/>
                </a:solidFill>
              </a:defRPr>
            </a:lvl6pPr>
            <a:lvl7pPr indent="-331470" lvl="6" marL="32004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620"/>
              <a:buChar char="-"/>
              <a:defRPr>
                <a:solidFill>
                  <a:schemeClr val="accent4"/>
                </a:solidFill>
              </a:defRPr>
            </a:lvl7pPr>
            <a:lvl8pPr indent="-331470" lvl="7" marL="36576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620"/>
              <a:buChar char="•"/>
              <a:defRPr>
                <a:solidFill>
                  <a:schemeClr val="accent4"/>
                </a:solidFill>
              </a:defRPr>
            </a:lvl8pPr>
            <a:lvl9pPr indent="-331470" lvl="8" marL="4114800" rtl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ts val="1620"/>
              <a:buChar char="-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453" name="Google Shape;453;p29"/>
          <p:cNvSpPr txBox="1"/>
          <p:nvPr>
            <p:ph idx="4" type="body"/>
          </p:nvPr>
        </p:nvSpPr>
        <p:spPr>
          <a:xfrm>
            <a:off x="611009" y="4282873"/>
            <a:ext cx="1829400" cy="14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4"/>
                </a:solidFill>
              </a:defRPr>
            </a:lvl1pPr>
            <a:lvl2pPr indent="-320040" lvl="1" marL="91440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</a:defRPr>
            </a:lvl2pPr>
            <a:lvl3pPr indent="-331469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indent="-331469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indent="-33147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454" name="Google Shape;454;p29"/>
          <p:cNvSpPr txBox="1"/>
          <p:nvPr>
            <p:ph idx="5" type="body"/>
          </p:nvPr>
        </p:nvSpPr>
        <p:spPr>
          <a:xfrm>
            <a:off x="3111284" y="2428884"/>
            <a:ext cx="1397100" cy="1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31470" lvl="0" marL="4572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indent="-331469" lvl="1" marL="9144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620"/>
              <a:buFont typeface="Open Sans"/>
              <a:buChar char="​"/>
              <a:defRPr>
                <a:solidFill>
                  <a:schemeClr val="accent3"/>
                </a:solidFill>
              </a:defRPr>
            </a:lvl2pPr>
            <a:lvl3pPr indent="-331469" lvl="2" marL="13716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620"/>
              <a:buChar char="–"/>
              <a:defRPr>
                <a:solidFill>
                  <a:schemeClr val="accent3"/>
                </a:solidFill>
              </a:defRPr>
            </a:lvl3pPr>
            <a:lvl4pPr indent="-331469" lvl="3" marL="18288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620"/>
              <a:buChar char="•"/>
              <a:defRPr>
                <a:solidFill>
                  <a:schemeClr val="accent3"/>
                </a:solidFill>
              </a:defRPr>
            </a:lvl4pPr>
            <a:lvl5pPr indent="-331470" lvl="4" marL="22860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620"/>
              <a:buChar char="–"/>
              <a:defRPr>
                <a:solidFill>
                  <a:schemeClr val="accent3"/>
                </a:solidFill>
              </a:defRPr>
            </a:lvl5pPr>
            <a:lvl6pPr indent="-331470" lvl="5" marL="27432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620"/>
              <a:buChar char="•"/>
              <a:defRPr>
                <a:solidFill>
                  <a:schemeClr val="accent3"/>
                </a:solidFill>
              </a:defRPr>
            </a:lvl6pPr>
            <a:lvl7pPr indent="-331470" lvl="6" marL="32004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620"/>
              <a:buChar char="-"/>
              <a:defRPr>
                <a:solidFill>
                  <a:schemeClr val="accent3"/>
                </a:solidFill>
              </a:defRPr>
            </a:lvl7pPr>
            <a:lvl8pPr indent="-331470" lvl="7" marL="36576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620"/>
              <a:buChar char="•"/>
              <a:defRPr>
                <a:solidFill>
                  <a:schemeClr val="accent3"/>
                </a:solidFill>
              </a:defRPr>
            </a:lvl8pPr>
            <a:lvl9pPr indent="-331470" lvl="8" marL="4114800" rtl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SzPts val="1620"/>
              <a:buChar char="-"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55" name="Google Shape;455;p29"/>
          <p:cNvSpPr txBox="1"/>
          <p:nvPr>
            <p:ph idx="6" type="body"/>
          </p:nvPr>
        </p:nvSpPr>
        <p:spPr>
          <a:xfrm>
            <a:off x="2894767" y="4282873"/>
            <a:ext cx="1829400" cy="14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3"/>
                </a:solidFill>
              </a:defRPr>
            </a:lvl1pPr>
            <a:lvl2pPr indent="-320040" lvl="1" marL="91440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1469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indent="-331469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indent="-33147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456" name="Google Shape;456;p29"/>
          <p:cNvSpPr txBox="1"/>
          <p:nvPr>
            <p:ph idx="7" type="body"/>
          </p:nvPr>
        </p:nvSpPr>
        <p:spPr>
          <a:xfrm>
            <a:off x="5414068" y="2428884"/>
            <a:ext cx="1397100" cy="1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31470" lvl="0" marL="4572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indent="-331469" lvl="1" marL="9144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Font typeface="Open Sans"/>
              <a:buChar char="​"/>
              <a:defRPr>
                <a:solidFill>
                  <a:schemeClr val="accent2"/>
                </a:solidFill>
              </a:defRPr>
            </a:lvl2pPr>
            <a:lvl3pPr indent="-331469" lvl="2" marL="13716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–"/>
              <a:defRPr>
                <a:solidFill>
                  <a:schemeClr val="accent2"/>
                </a:solidFill>
              </a:defRPr>
            </a:lvl3pPr>
            <a:lvl4pPr indent="-331469" lvl="3" marL="18288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•"/>
              <a:defRPr>
                <a:solidFill>
                  <a:schemeClr val="accent2"/>
                </a:solidFill>
              </a:defRPr>
            </a:lvl4pPr>
            <a:lvl5pPr indent="-331470" lvl="4" marL="22860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–"/>
              <a:defRPr>
                <a:solidFill>
                  <a:schemeClr val="accent2"/>
                </a:solidFill>
              </a:defRPr>
            </a:lvl5pPr>
            <a:lvl6pPr indent="-331470" lvl="5" marL="27432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•"/>
              <a:defRPr>
                <a:solidFill>
                  <a:schemeClr val="accent2"/>
                </a:solidFill>
              </a:defRPr>
            </a:lvl6pPr>
            <a:lvl7pPr indent="-331470" lvl="6" marL="32004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-"/>
              <a:defRPr>
                <a:solidFill>
                  <a:schemeClr val="accent2"/>
                </a:solidFill>
              </a:defRPr>
            </a:lvl7pPr>
            <a:lvl8pPr indent="-331470" lvl="7" marL="36576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•"/>
              <a:defRPr>
                <a:solidFill>
                  <a:schemeClr val="accent2"/>
                </a:solidFill>
              </a:defRPr>
            </a:lvl8pPr>
            <a:lvl9pPr indent="-331470" lvl="8" marL="4114800" rtl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20"/>
              <a:buChar char="-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57" name="Google Shape;457;p29"/>
          <p:cNvSpPr txBox="1"/>
          <p:nvPr>
            <p:ph idx="8" type="body"/>
          </p:nvPr>
        </p:nvSpPr>
        <p:spPr>
          <a:xfrm>
            <a:off x="5186444" y="4282873"/>
            <a:ext cx="1829400" cy="14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2"/>
                </a:solidFill>
              </a:defRPr>
            </a:lvl1pPr>
            <a:lvl2pPr indent="-320040" lvl="1" marL="91440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1469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indent="-331469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indent="-33147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458" name="Google Shape;458;p29"/>
          <p:cNvSpPr txBox="1"/>
          <p:nvPr>
            <p:ph idx="9" type="body"/>
          </p:nvPr>
        </p:nvSpPr>
        <p:spPr>
          <a:xfrm>
            <a:off x="7679080" y="2428884"/>
            <a:ext cx="1397100" cy="1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31470" lvl="0" marL="4572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620"/>
              <a:buChar char="​"/>
              <a:defRPr sz="1800">
                <a:solidFill>
                  <a:schemeClr val="accent5"/>
                </a:solidFill>
              </a:defRPr>
            </a:lvl1pPr>
            <a:lvl2pPr indent="-331469" lvl="1" marL="9144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620"/>
              <a:buFont typeface="Open Sans"/>
              <a:buChar char="​"/>
              <a:defRPr>
                <a:solidFill>
                  <a:schemeClr val="accent5"/>
                </a:solidFill>
              </a:defRPr>
            </a:lvl2pPr>
            <a:lvl3pPr indent="-331469" lvl="2" marL="13716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620"/>
              <a:buChar char="–"/>
              <a:defRPr>
                <a:solidFill>
                  <a:schemeClr val="accent5"/>
                </a:solidFill>
              </a:defRPr>
            </a:lvl3pPr>
            <a:lvl4pPr indent="-331469" lvl="3" marL="18288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620"/>
              <a:buChar char="•"/>
              <a:defRPr>
                <a:solidFill>
                  <a:schemeClr val="accent5"/>
                </a:solidFill>
              </a:defRPr>
            </a:lvl4pPr>
            <a:lvl5pPr indent="-331470" lvl="4" marL="22860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620"/>
              <a:buChar char="–"/>
              <a:defRPr>
                <a:solidFill>
                  <a:schemeClr val="accent5"/>
                </a:solidFill>
              </a:defRPr>
            </a:lvl5pPr>
            <a:lvl6pPr indent="-331470" lvl="5" marL="27432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620"/>
              <a:buChar char="•"/>
              <a:defRPr>
                <a:solidFill>
                  <a:schemeClr val="accent5"/>
                </a:solidFill>
              </a:defRPr>
            </a:lvl6pPr>
            <a:lvl7pPr indent="-331470" lvl="6" marL="32004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620"/>
              <a:buChar char="-"/>
              <a:defRPr>
                <a:solidFill>
                  <a:schemeClr val="accent5"/>
                </a:solidFill>
              </a:defRPr>
            </a:lvl7pPr>
            <a:lvl8pPr indent="-331470" lvl="7" marL="36576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620"/>
              <a:buChar char="•"/>
              <a:defRPr>
                <a:solidFill>
                  <a:schemeClr val="accent5"/>
                </a:solidFill>
              </a:defRPr>
            </a:lvl8pPr>
            <a:lvl9pPr indent="-331470" lvl="8" marL="4114800" rtl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5"/>
              </a:buClr>
              <a:buSzPts val="1620"/>
              <a:buChar char="-"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59" name="Google Shape;459;p29"/>
          <p:cNvSpPr txBox="1"/>
          <p:nvPr>
            <p:ph idx="13" type="body"/>
          </p:nvPr>
        </p:nvSpPr>
        <p:spPr>
          <a:xfrm>
            <a:off x="7471947" y="4282873"/>
            <a:ext cx="1894800" cy="14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5"/>
                </a:solidFill>
              </a:defRPr>
            </a:lvl1pPr>
            <a:lvl2pPr indent="-320040" lvl="1" marL="91440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1469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indent="-331469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indent="-33147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460" name="Google Shape;460;p29"/>
          <p:cNvSpPr txBox="1"/>
          <p:nvPr>
            <p:ph idx="14" type="body"/>
          </p:nvPr>
        </p:nvSpPr>
        <p:spPr>
          <a:xfrm>
            <a:off x="9754553" y="4282873"/>
            <a:ext cx="1829400" cy="14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65A"/>
              </a:buClr>
              <a:buSzPts val="1800"/>
              <a:buChar char="​"/>
              <a:defRPr sz="2000">
                <a:solidFill>
                  <a:srgbClr val="53565A"/>
                </a:solidFill>
              </a:defRPr>
            </a:lvl1pPr>
            <a:lvl2pPr indent="-320040" lvl="1" marL="91440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1469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indent="-331469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indent="-33147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R | Five Numbered">
  <p:cSld name="CUSTOM_2_1_1_2_2_1_1_1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0"/>
          <p:cNvSpPr/>
          <p:nvPr/>
        </p:nvSpPr>
        <p:spPr>
          <a:xfrm>
            <a:off x="2894767" y="2529076"/>
            <a:ext cx="18294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30"/>
          <p:cNvSpPr/>
          <p:nvPr/>
        </p:nvSpPr>
        <p:spPr>
          <a:xfrm>
            <a:off x="5186444" y="2529076"/>
            <a:ext cx="18294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30"/>
          <p:cNvSpPr/>
          <p:nvPr/>
        </p:nvSpPr>
        <p:spPr>
          <a:xfrm>
            <a:off x="7471947" y="2529076"/>
            <a:ext cx="18294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30"/>
          <p:cNvSpPr/>
          <p:nvPr/>
        </p:nvSpPr>
        <p:spPr>
          <a:xfrm>
            <a:off x="9754553" y="2529076"/>
            <a:ext cx="18294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30"/>
          <p:cNvSpPr/>
          <p:nvPr/>
        </p:nvSpPr>
        <p:spPr>
          <a:xfrm>
            <a:off x="611010" y="2529076"/>
            <a:ext cx="18294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30"/>
          <p:cNvSpPr txBox="1"/>
          <p:nvPr>
            <p:ph idx="12" type="sldNum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8" name="Google Shape;468;p30"/>
          <p:cNvSpPr txBox="1"/>
          <p:nvPr>
            <p:ph type="title"/>
          </p:nvPr>
        </p:nvSpPr>
        <p:spPr>
          <a:xfrm>
            <a:off x="585216" y="411480"/>
            <a:ext cx="10821900" cy="38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69" name="Google Shape;469;p30"/>
          <p:cNvSpPr txBox="1"/>
          <p:nvPr>
            <p:ph idx="1" type="subTitle"/>
          </p:nvPr>
        </p:nvSpPr>
        <p:spPr>
          <a:xfrm>
            <a:off x="591599" y="813816"/>
            <a:ext cx="10981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SzPts val="1440"/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8pPr>
            <a:lvl9pPr lvl="8" rtl="0">
              <a:spcBef>
                <a:spcPts val="1200"/>
              </a:spcBef>
              <a:spcAft>
                <a:spcPts val="1200"/>
              </a:spcAft>
              <a:buSzPts val="1260"/>
              <a:buNone/>
              <a:defRPr/>
            </a:lvl9pPr>
          </a:lstStyle>
          <a:p/>
        </p:txBody>
      </p:sp>
      <p:sp>
        <p:nvSpPr>
          <p:cNvPr id="470" name="Google Shape;470;p30"/>
          <p:cNvSpPr/>
          <p:nvPr/>
        </p:nvSpPr>
        <p:spPr>
          <a:xfrm>
            <a:off x="2894767" y="2529076"/>
            <a:ext cx="18294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0"/>
          <p:cNvSpPr/>
          <p:nvPr/>
        </p:nvSpPr>
        <p:spPr>
          <a:xfrm>
            <a:off x="5186444" y="2529076"/>
            <a:ext cx="18294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30"/>
          <p:cNvSpPr/>
          <p:nvPr/>
        </p:nvSpPr>
        <p:spPr>
          <a:xfrm>
            <a:off x="7471947" y="2529076"/>
            <a:ext cx="18294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0"/>
          <p:cNvSpPr/>
          <p:nvPr/>
        </p:nvSpPr>
        <p:spPr>
          <a:xfrm>
            <a:off x="9754553" y="2529076"/>
            <a:ext cx="18294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30"/>
          <p:cNvSpPr/>
          <p:nvPr/>
        </p:nvSpPr>
        <p:spPr>
          <a:xfrm>
            <a:off x="611010" y="2529076"/>
            <a:ext cx="18294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30"/>
          <p:cNvSpPr txBox="1"/>
          <p:nvPr>
            <p:ph idx="2" type="body"/>
          </p:nvPr>
        </p:nvSpPr>
        <p:spPr>
          <a:xfrm>
            <a:off x="611010" y="2529076"/>
            <a:ext cx="18294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548625">
            <a:no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4"/>
                </a:solidFill>
              </a:defRPr>
            </a:lvl1pPr>
            <a:lvl2pPr indent="-320040" lvl="1" marL="9144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</a:defRPr>
            </a:lvl2pPr>
            <a:lvl3pPr indent="-331469" lvl="2" marL="1371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–"/>
              <a:defRPr/>
            </a:lvl3pPr>
            <a:lvl4pPr indent="-331469" lvl="3" marL="18288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4pPr>
            <a:lvl5pPr indent="-331470" lvl="4" marL="2286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476" name="Google Shape;476;p30"/>
          <p:cNvSpPr txBox="1"/>
          <p:nvPr>
            <p:ph idx="3" type="body"/>
          </p:nvPr>
        </p:nvSpPr>
        <p:spPr>
          <a:xfrm>
            <a:off x="2894767" y="2529076"/>
            <a:ext cx="18294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548625">
            <a:noAutofit/>
          </a:bodyPr>
          <a:lstStyle>
            <a:lvl1pPr indent="-342900" lvl="0" marL="45720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3"/>
                </a:solidFill>
              </a:defRPr>
            </a:lvl1pPr>
            <a:lvl2pPr indent="-320040" lvl="1" marL="9144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1469" lvl="2" marL="1371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–"/>
              <a:defRPr/>
            </a:lvl3pPr>
            <a:lvl4pPr indent="-331469" lvl="3" marL="18288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4pPr>
            <a:lvl5pPr indent="-331470" lvl="4" marL="2286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477" name="Google Shape;477;p30"/>
          <p:cNvSpPr txBox="1"/>
          <p:nvPr>
            <p:ph idx="4" type="body"/>
          </p:nvPr>
        </p:nvSpPr>
        <p:spPr>
          <a:xfrm>
            <a:off x="5186444" y="2529076"/>
            <a:ext cx="18294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548625">
            <a:no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2"/>
                </a:solidFill>
              </a:defRPr>
            </a:lvl1pPr>
            <a:lvl2pPr indent="-320040" lvl="1" marL="9144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1469" lvl="2" marL="1371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–"/>
              <a:defRPr/>
            </a:lvl3pPr>
            <a:lvl4pPr indent="-331469" lvl="3" marL="18288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4pPr>
            <a:lvl5pPr indent="-331470" lvl="4" marL="2286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478" name="Google Shape;478;p30"/>
          <p:cNvSpPr txBox="1"/>
          <p:nvPr>
            <p:ph idx="5" type="body"/>
          </p:nvPr>
        </p:nvSpPr>
        <p:spPr>
          <a:xfrm>
            <a:off x="7471947" y="2529076"/>
            <a:ext cx="18294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548625">
            <a:no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5"/>
                </a:solidFill>
              </a:defRPr>
            </a:lvl1pPr>
            <a:lvl2pPr indent="-320040" lvl="1" marL="9144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1469" lvl="2" marL="1371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–"/>
              <a:defRPr/>
            </a:lvl3pPr>
            <a:lvl4pPr indent="-331469" lvl="3" marL="18288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4pPr>
            <a:lvl5pPr indent="-331470" lvl="4" marL="2286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20"/>
              <a:buChar char="-"/>
              <a:defRPr/>
            </a:lvl9pPr>
          </a:lstStyle>
          <a:p/>
        </p:txBody>
      </p:sp>
      <p:sp>
        <p:nvSpPr>
          <p:cNvPr id="479" name="Google Shape;479;p30"/>
          <p:cNvSpPr txBox="1"/>
          <p:nvPr>
            <p:ph idx="6" type="body"/>
          </p:nvPr>
        </p:nvSpPr>
        <p:spPr>
          <a:xfrm>
            <a:off x="9754553" y="2529076"/>
            <a:ext cx="18294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548625">
            <a:no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3C3C3C"/>
                </a:solidFill>
              </a:defRPr>
            </a:lvl1pPr>
            <a:lvl2pPr indent="-320040" lvl="1" marL="9144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1469" lvl="2" marL="1371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–"/>
              <a:defRPr/>
            </a:lvl3pPr>
            <a:lvl4pPr indent="-331469" lvl="3" marL="18288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4pPr>
            <a:lvl5pPr indent="-331470" lvl="4" marL="2286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–"/>
              <a:defRPr/>
            </a:lvl5pPr>
            <a:lvl6pPr indent="-331470" lvl="5" marL="2743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-"/>
              <a:defRPr/>
            </a:lvl7pPr>
            <a:lvl8pPr indent="-331470" lvl="7" marL="3657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20"/>
              <a:buChar char="-"/>
              <a:defRPr/>
            </a:lvl9pPr>
          </a:lstStyle>
          <a:p/>
        </p:txBody>
      </p:sp>
      <p:cxnSp>
        <p:nvCxnSpPr>
          <p:cNvPr id="480" name="Google Shape;480;p30"/>
          <p:cNvCxnSpPr/>
          <p:nvPr/>
        </p:nvCxnSpPr>
        <p:spPr>
          <a:xfrm>
            <a:off x="611009" y="2512464"/>
            <a:ext cx="1829400" cy="0"/>
          </a:xfrm>
          <a:prstGeom prst="straightConnector1">
            <a:avLst/>
          </a:prstGeom>
          <a:noFill/>
          <a:ln cap="flat" cmpd="sng" w="28575">
            <a:solidFill>
              <a:srgbClr val="61A00A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1" name="Google Shape;481;p30"/>
          <p:cNvCxnSpPr/>
          <p:nvPr/>
        </p:nvCxnSpPr>
        <p:spPr>
          <a:xfrm>
            <a:off x="2894767" y="2512464"/>
            <a:ext cx="1829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2" name="Google Shape;482;p30"/>
          <p:cNvCxnSpPr/>
          <p:nvPr/>
        </p:nvCxnSpPr>
        <p:spPr>
          <a:xfrm>
            <a:off x="5186444" y="2512464"/>
            <a:ext cx="1829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3" name="Google Shape;483;p30"/>
          <p:cNvCxnSpPr/>
          <p:nvPr/>
        </p:nvCxnSpPr>
        <p:spPr>
          <a:xfrm>
            <a:off x="7471947" y="2512464"/>
            <a:ext cx="1829400" cy="0"/>
          </a:xfrm>
          <a:prstGeom prst="straightConnector1">
            <a:avLst/>
          </a:prstGeom>
          <a:noFill/>
          <a:ln cap="flat" cmpd="sng" w="28575">
            <a:solidFill>
              <a:srgbClr val="6C4B8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4" name="Google Shape;484;p30"/>
          <p:cNvCxnSpPr/>
          <p:nvPr/>
        </p:nvCxnSpPr>
        <p:spPr>
          <a:xfrm>
            <a:off x="9754553" y="2512464"/>
            <a:ext cx="1829400" cy="0"/>
          </a:xfrm>
          <a:prstGeom prst="straightConnector1">
            <a:avLst/>
          </a:prstGeom>
          <a:noFill/>
          <a:ln cap="flat" cmpd="sng" w="28575">
            <a:solidFill>
              <a:srgbClr val="53565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5" name="Google Shape;485;p30"/>
          <p:cNvSpPr/>
          <p:nvPr/>
        </p:nvSpPr>
        <p:spPr>
          <a:xfrm>
            <a:off x="1131302" y="2118222"/>
            <a:ext cx="788700" cy="788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61A0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1A00A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30"/>
          <p:cNvSpPr/>
          <p:nvPr/>
        </p:nvSpPr>
        <p:spPr>
          <a:xfrm>
            <a:off x="3415060" y="2118222"/>
            <a:ext cx="788700" cy="788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019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0193C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30"/>
          <p:cNvSpPr/>
          <p:nvPr/>
        </p:nvSpPr>
        <p:spPr>
          <a:xfrm>
            <a:off x="5706737" y="2118222"/>
            <a:ext cx="788700" cy="788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005B84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30"/>
          <p:cNvSpPr/>
          <p:nvPr/>
        </p:nvSpPr>
        <p:spPr>
          <a:xfrm>
            <a:off x="7992240" y="2118222"/>
            <a:ext cx="788700" cy="788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6C4B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C4B8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30"/>
          <p:cNvSpPr/>
          <p:nvPr/>
        </p:nvSpPr>
        <p:spPr>
          <a:xfrm>
            <a:off x="10274846" y="2118222"/>
            <a:ext cx="788700" cy="788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535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3C3C3C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A | Big Statement - Leaf">
  <p:cSld name="CUSTOM_10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" name="Google Shape;491;p31"/>
          <p:cNvGrpSpPr/>
          <p:nvPr/>
        </p:nvGrpSpPr>
        <p:grpSpPr>
          <a:xfrm>
            <a:off x="5113271" y="1408638"/>
            <a:ext cx="7079211" cy="4553747"/>
            <a:chOff x="5111737" y="1408637"/>
            <a:chExt cx="7077088" cy="4553747"/>
          </a:xfrm>
        </p:grpSpPr>
        <p:sp>
          <p:nvSpPr>
            <p:cNvPr id="492" name="Google Shape;492;p31"/>
            <p:cNvSpPr/>
            <p:nvPr/>
          </p:nvSpPr>
          <p:spPr>
            <a:xfrm>
              <a:off x="9152842" y="1408637"/>
              <a:ext cx="3035983" cy="3162295"/>
            </a:xfrm>
            <a:custGeom>
              <a:rect b="b" l="l" r="r" t="t"/>
              <a:pathLst>
                <a:path extrusionOk="0" h="3162295" w="3035983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rgbClr val="61A30E"/>
                </a:gs>
                <a:gs pos="5000">
                  <a:srgbClr val="61A30E"/>
                </a:gs>
                <a:gs pos="80000">
                  <a:srgbClr val="0095C4"/>
                </a:gs>
                <a:gs pos="100000">
                  <a:srgbClr val="0095C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31"/>
            <p:cNvSpPr/>
            <p:nvPr/>
          </p:nvSpPr>
          <p:spPr>
            <a:xfrm>
              <a:off x="5111737" y="2041036"/>
              <a:ext cx="5910657" cy="3921348"/>
            </a:xfrm>
            <a:custGeom>
              <a:rect b="b" l="l" r="r" t="t"/>
              <a:pathLst>
                <a:path extrusionOk="0" h="3921348" w="5910657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rgbClr val="61A30E"/>
                </a:gs>
                <a:gs pos="5000">
                  <a:srgbClr val="61A30E"/>
                </a:gs>
                <a:gs pos="80000">
                  <a:srgbClr val="0095C4"/>
                </a:gs>
                <a:gs pos="100000">
                  <a:srgbClr val="0095C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4" name="Google Shape;494;p31"/>
          <p:cNvSpPr txBox="1"/>
          <p:nvPr>
            <p:ph idx="12" type="sldNum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5" name="Google Shape;495;p31"/>
          <p:cNvSpPr txBox="1"/>
          <p:nvPr>
            <p:ph type="title"/>
          </p:nvPr>
        </p:nvSpPr>
        <p:spPr>
          <a:xfrm>
            <a:off x="585216" y="2231136"/>
            <a:ext cx="6501300" cy="228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B | Big Statement - Aqua">
  <p:cSld name="CUSTOM_10_2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7" name="Google Shape;497;p32"/>
          <p:cNvGrpSpPr/>
          <p:nvPr/>
        </p:nvGrpSpPr>
        <p:grpSpPr>
          <a:xfrm>
            <a:off x="5113271" y="1408638"/>
            <a:ext cx="7079211" cy="4553747"/>
            <a:chOff x="5111737" y="1408637"/>
            <a:chExt cx="7077088" cy="4553747"/>
          </a:xfrm>
        </p:grpSpPr>
        <p:sp>
          <p:nvSpPr>
            <p:cNvPr id="498" name="Google Shape;498;p32"/>
            <p:cNvSpPr/>
            <p:nvPr/>
          </p:nvSpPr>
          <p:spPr>
            <a:xfrm>
              <a:off x="9152842" y="1408637"/>
              <a:ext cx="3035983" cy="3162295"/>
            </a:xfrm>
            <a:custGeom>
              <a:rect b="b" l="l" r="r" t="t"/>
              <a:pathLst>
                <a:path extrusionOk="0" h="3162295" w="3035983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rgbClr val="005B84"/>
                </a:gs>
                <a:gs pos="21000">
                  <a:srgbClr val="005B84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73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32"/>
            <p:cNvSpPr/>
            <p:nvPr/>
          </p:nvSpPr>
          <p:spPr>
            <a:xfrm>
              <a:off x="5111737" y="2041036"/>
              <a:ext cx="5910657" cy="3921348"/>
            </a:xfrm>
            <a:custGeom>
              <a:rect b="b" l="l" r="r" t="t"/>
              <a:pathLst>
                <a:path extrusionOk="0" h="3921348" w="5910657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rgbClr val="005B84"/>
                </a:gs>
                <a:gs pos="21000">
                  <a:srgbClr val="005B84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73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0" name="Google Shape;500;p32"/>
          <p:cNvSpPr txBox="1"/>
          <p:nvPr>
            <p:ph idx="12" type="sldNum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1" name="Google Shape;501;p32"/>
          <p:cNvSpPr txBox="1"/>
          <p:nvPr>
            <p:ph type="title"/>
          </p:nvPr>
        </p:nvSpPr>
        <p:spPr>
          <a:xfrm>
            <a:off x="585216" y="2231136"/>
            <a:ext cx="6501300" cy="228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C | Big Statement - Plum">
  <p:cSld name="CUSTOM_10_2_1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3"/>
          <p:cNvSpPr txBox="1"/>
          <p:nvPr>
            <p:ph idx="12" type="sldNum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4" name="Google Shape;504;p33"/>
          <p:cNvSpPr txBox="1"/>
          <p:nvPr>
            <p:ph type="title"/>
          </p:nvPr>
        </p:nvSpPr>
        <p:spPr>
          <a:xfrm>
            <a:off x="585216" y="2231136"/>
            <a:ext cx="6501300" cy="228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grpSp>
        <p:nvGrpSpPr>
          <p:cNvPr id="505" name="Google Shape;505;p33"/>
          <p:cNvGrpSpPr/>
          <p:nvPr/>
        </p:nvGrpSpPr>
        <p:grpSpPr>
          <a:xfrm>
            <a:off x="5113271" y="1408638"/>
            <a:ext cx="7079211" cy="4553747"/>
            <a:chOff x="5111737" y="1408637"/>
            <a:chExt cx="7077088" cy="4553747"/>
          </a:xfrm>
        </p:grpSpPr>
        <p:sp>
          <p:nvSpPr>
            <p:cNvPr id="506" name="Google Shape;506;p33"/>
            <p:cNvSpPr/>
            <p:nvPr/>
          </p:nvSpPr>
          <p:spPr>
            <a:xfrm>
              <a:off x="9152842" y="1408637"/>
              <a:ext cx="3035983" cy="3162295"/>
            </a:xfrm>
            <a:custGeom>
              <a:rect b="b" l="l" r="r" t="t"/>
              <a:pathLst>
                <a:path extrusionOk="0" h="3162295" w="3035983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rgbClr val="6C4B8F"/>
                </a:gs>
                <a:gs pos="6000">
                  <a:srgbClr val="6C4B8F"/>
                </a:gs>
                <a:gs pos="73000">
                  <a:srgbClr val="0095C4"/>
                </a:gs>
                <a:gs pos="100000">
                  <a:srgbClr val="0095C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33"/>
            <p:cNvSpPr/>
            <p:nvPr/>
          </p:nvSpPr>
          <p:spPr>
            <a:xfrm>
              <a:off x="5111737" y="2041036"/>
              <a:ext cx="5910657" cy="3921348"/>
            </a:xfrm>
            <a:custGeom>
              <a:rect b="b" l="l" r="r" t="t"/>
              <a:pathLst>
                <a:path extrusionOk="0" h="3921348" w="5910657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rgbClr val="6C4B8F"/>
                </a:gs>
                <a:gs pos="21000">
                  <a:srgbClr val="6C4B8F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A | Big Statement - Leaf">
  <p:cSld name="Big Statement 2 - Leaf "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4"/>
          <p:cNvSpPr/>
          <p:nvPr/>
        </p:nvSpPr>
        <p:spPr>
          <a:xfrm>
            <a:off x="-9732" y="-5428"/>
            <a:ext cx="12203580" cy="6058734"/>
          </a:xfrm>
          <a:custGeom>
            <a:rect b="b" l="l" r="r" t="t"/>
            <a:pathLst>
              <a:path extrusionOk="0" h="6058734" w="12203580">
                <a:moveTo>
                  <a:pt x="0" y="0"/>
                </a:moveTo>
                <a:lnTo>
                  <a:pt x="12203580" y="0"/>
                </a:lnTo>
                <a:lnTo>
                  <a:pt x="12203580" y="1909982"/>
                </a:lnTo>
                <a:lnTo>
                  <a:pt x="11206700" y="1909982"/>
                </a:lnTo>
                <a:cubicBezTo>
                  <a:pt x="10785051" y="1909982"/>
                  <a:pt x="10380638" y="2077495"/>
                  <a:pt x="10082432" y="2375639"/>
                </a:cubicBezTo>
                <a:lnTo>
                  <a:pt x="6864995" y="5593077"/>
                </a:lnTo>
                <a:cubicBezTo>
                  <a:pt x="6566852" y="5891219"/>
                  <a:pt x="6162438" y="6058734"/>
                  <a:pt x="5740726" y="6058734"/>
                </a:cubicBezTo>
                <a:lnTo>
                  <a:pt x="0" y="605873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rotWithShape="0" algn="ctr" sy="102000">
              <a:schemeClr val="accent3">
                <a:alpha val="941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34"/>
          <p:cNvSpPr/>
          <p:nvPr/>
        </p:nvSpPr>
        <p:spPr>
          <a:xfrm>
            <a:off x="-9731" y="1828237"/>
            <a:ext cx="12203581" cy="4225133"/>
          </a:xfrm>
          <a:custGeom>
            <a:rect b="b" l="l" r="r" t="t"/>
            <a:pathLst>
              <a:path extrusionOk="0" h="4225133" w="12203581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  <a:gs pos="100000">
                <a:srgbClr val="61A30E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34"/>
          <p:cNvSpPr/>
          <p:nvPr/>
        </p:nvSpPr>
        <p:spPr>
          <a:xfrm>
            <a:off x="6457096" y="3564300"/>
            <a:ext cx="5731795" cy="3298781"/>
          </a:xfrm>
          <a:custGeom>
            <a:rect b="b" l="l" r="r" t="t"/>
            <a:pathLst>
              <a:path extrusionOk="0" h="3298781" w="5731795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rgbClr val="61A30E"/>
              </a:gs>
              <a:gs pos="21000">
                <a:srgbClr val="61A30E"/>
              </a:gs>
              <a:gs pos="83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34"/>
          <p:cNvSpPr txBox="1"/>
          <p:nvPr>
            <p:ph idx="12" type="sldNum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3" name="Google Shape;513;p34"/>
          <p:cNvSpPr txBox="1"/>
          <p:nvPr>
            <p:ph type="title"/>
          </p:nvPr>
        </p:nvSpPr>
        <p:spPr>
          <a:xfrm>
            <a:off x="603504" y="941832"/>
            <a:ext cx="6428100" cy="1225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14" name="Google Shape;514;p34"/>
          <p:cNvSpPr txBox="1"/>
          <p:nvPr>
            <p:ph idx="1" type="subTitle"/>
          </p:nvPr>
        </p:nvSpPr>
        <p:spPr>
          <a:xfrm>
            <a:off x="603504" y="2231136"/>
            <a:ext cx="6428100" cy="70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1200"/>
              </a:spcBef>
              <a:spcAft>
                <a:spcPts val="120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B | Big Statement - Aqua">
  <p:cSld name="Big Statement 2 - Leaf _2"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5"/>
          <p:cNvSpPr/>
          <p:nvPr/>
        </p:nvSpPr>
        <p:spPr>
          <a:xfrm>
            <a:off x="-9732" y="-5428"/>
            <a:ext cx="12203580" cy="6058734"/>
          </a:xfrm>
          <a:custGeom>
            <a:rect b="b" l="l" r="r" t="t"/>
            <a:pathLst>
              <a:path extrusionOk="0" h="6058734" w="12203580">
                <a:moveTo>
                  <a:pt x="0" y="0"/>
                </a:moveTo>
                <a:lnTo>
                  <a:pt x="12203580" y="0"/>
                </a:lnTo>
                <a:lnTo>
                  <a:pt x="12203580" y="1909982"/>
                </a:lnTo>
                <a:lnTo>
                  <a:pt x="11206700" y="1909982"/>
                </a:lnTo>
                <a:cubicBezTo>
                  <a:pt x="10785051" y="1909982"/>
                  <a:pt x="10380638" y="2077495"/>
                  <a:pt x="10082432" y="2375639"/>
                </a:cubicBezTo>
                <a:lnTo>
                  <a:pt x="6864995" y="5593077"/>
                </a:lnTo>
                <a:cubicBezTo>
                  <a:pt x="6566852" y="5891219"/>
                  <a:pt x="6162438" y="6058734"/>
                  <a:pt x="5740726" y="6058734"/>
                </a:cubicBezTo>
                <a:lnTo>
                  <a:pt x="0" y="605873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rotWithShape="0" algn="ctr" sy="102000">
              <a:schemeClr val="accent3">
                <a:alpha val="941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35"/>
          <p:cNvSpPr/>
          <p:nvPr/>
        </p:nvSpPr>
        <p:spPr>
          <a:xfrm>
            <a:off x="-9731" y="1828237"/>
            <a:ext cx="12203581" cy="4225133"/>
          </a:xfrm>
          <a:custGeom>
            <a:rect b="b" l="l" r="r" t="t"/>
            <a:pathLst>
              <a:path extrusionOk="0" h="4225133" w="12203581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rgbClr val="005B84"/>
              </a:gs>
              <a:gs pos="100000">
                <a:srgbClr val="005B8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35"/>
          <p:cNvSpPr/>
          <p:nvPr/>
        </p:nvSpPr>
        <p:spPr>
          <a:xfrm>
            <a:off x="6457096" y="3564300"/>
            <a:ext cx="5731795" cy="3298781"/>
          </a:xfrm>
          <a:custGeom>
            <a:rect b="b" l="l" r="r" t="t"/>
            <a:pathLst>
              <a:path extrusionOk="0" h="3298781" w="5731795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rgbClr val="005B84"/>
              </a:gs>
              <a:gs pos="21000">
                <a:srgbClr val="005B84"/>
              </a:gs>
              <a:gs pos="83000">
                <a:srgbClr val="0095C4"/>
              </a:gs>
              <a:gs pos="100000">
                <a:srgbClr val="0095C4"/>
              </a:gs>
            </a:gsLst>
            <a:lin ang="1890073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35"/>
          <p:cNvSpPr txBox="1"/>
          <p:nvPr>
            <p:ph idx="12" type="sldNum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0" name="Google Shape;520;p35"/>
          <p:cNvSpPr txBox="1"/>
          <p:nvPr>
            <p:ph type="title"/>
          </p:nvPr>
        </p:nvSpPr>
        <p:spPr>
          <a:xfrm>
            <a:off x="603504" y="941832"/>
            <a:ext cx="6428100" cy="1225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21" name="Google Shape;521;p35"/>
          <p:cNvSpPr txBox="1"/>
          <p:nvPr>
            <p:ph idx="1" type="subTitle"/>
          </p:nvPr>
        </p:nvSpPr>
        <p:spPr>
          <a:xfrm>
            <a:off x="603504" y="2231136"/>
            <a:ext cx="6428100" cy="70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1200"/>
              </a:spcBef>
              <a:spcAft>
                <a:spcPts val="120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C | Big Statement - Plum">
  <p:cSld name="Big Statement 2 - Leaf _2_1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6"/>
          <p:cNvSpPr/>
          <p:nvPr/>
        </p:nvSpPr>
        <p:spPr>
          <a:xfrm>
            <a:off x="-9732" y="-5428"/>
            <a:ext cx="12203580" cy="6058734"/>
          </a:xfrm>
          <a:custGeom>
            <a:rect b="b" l="l" r="r" t="t"/>
            <a:pathLst>
              <a:path extrusionOk="0" h="6058734" w="12203580">
                <a:moveTo>
                  <a:pt x="0" y="0"/>
                </a:moveTo>
                <a:lnTo>
                  <a:pt x="12203580" y="0"/>
                </a:lnTo>
                <a:lnTo>
                  <a:pt x="12203580" y="1909982"/>
                </a:lnTo>
                <a:lnTo>
                  <a:pt x="11206700" y="1909982"/>
                </a:lnTo>
                <a:cubicBezTo>
                  <a:pt x="10785051" y="1909982"/>
                  <a:pt x="10380638" y="2077495"/>
                  <a:pt x="10082432" y="2375639"/>
                </a:cubicBezTo>
                <a:lnTo>
                  <a:pt x="6864995" y="5593077"/>
                </a:lnTo>
                <a:cubicBezTo>
                  <a:pt x="6566852" y="5891219"/>
                  <a:pt x="6162438" y="6058734"/>
                  <a:pt x="5740726" y="6058734"/>
                </a:cubicBezTo>
                <a:lnTo>
                  <a:pt x="0" y="605873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rotWithShape="0" algn="ctr" sy="102000">
              <a:schemeClr val="accent3">
                <a:alpha val="941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36"/>
          <p:cNvSpPr/>
          <p:nvPr/>
        </p:nvSpPr>
        <p:spPr>
          <a:xfrm>
            <a:off x="-9731" y="1828237"/>
            <a:ext cx="12203581" cy="4225133"/>
          </a:xfrm>
          <a:custGeom>
            <a:rect b="b" l="l" r="r" t="t"/>
            <a:pathLst>
              <a:path extrusionOk="0" h="4225133" w="12203581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90000">
                <a:srgbClr val="6C4B8F"/>
              </a:gs>
              <a:gs pos="100000">
                <a:srgbClr val="6C4B8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25" name="Google Shape;525;p36"/>
          <p:cNvSpPr/>
          <p:nvPr/>
        </p:nvSpPr>
        <p:spPr>
          <a:xfrm>
            <a:off x="6457096" y="3564300"/>
            <a:ext cx="5731795" cy="3298781"/>
          </a:xfrm>
          <a:custGeom>
            <a:rect b="b" l="l" r="r" t="t"/>
            <a:pathLst>
              <a:path extrusionOk="0" h="3298781" w="5731795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rgbClr val="6C4B8F"/>
              </a:gs>
              <a:gs pos="21000">
                <a:srgbClr val="6C4B8F"/>
              </a:gs>
              <a:gs pos="83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26" name="Google Shape;526;p36"/>
          <p:cNvSpPr txBox="1"/>
          <p:nvPr>
            <p:ph idx="12" type="sldNum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7" name="Google Shape;527;p36"/>
          <p:cNvSpPr txBox="1"/>
          <p:nvPr>
            <p:ph type="title"/>
          </p:nvPr>
        </p:nvSpPr>
        <p:spPr>
          <a:xfrm>
            <a:off x="603504" y="941832"/>
            <a:ext cx="6428100" cy="1225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28" name="Google Shape;528;p36"/>
          <p:cNvSpPr txBox="1"/>
          <p:nvPr>
            <p:ph idx="1" type="subTitle"/>
          </p:nvPr>
        </p:nvSpPr>
        <p:spPr>
          <a:xfrm>
            <a:off x="603504" y="2231136"/>
            <a:ext cx="6428100" cy="70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1200"/>
              </a:spcBef>
              <a:spcAft>
                <a:spcPts val="120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A | Thank You - Leaf" showMasterSp="0">
  <p:cSld name="Thank You / Closing - Leaf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7"/>
          <p:cNvSpPr/>
          <p:nvPr/>
        </p:nvSpPr>
        <p:spPr>
          <a:xfrm>
            <a:off x="0" y="0"/>
            <a:ext cx="6635783" cy="4452826"/>
          </a:xfrm>
          <a:custGeom>
            <a:rect b="b" l="l" r="r" t="t"/>
            <a:pathLst>
              <a:path extrusionOk="0" h="4452826" w="6635783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rgbClr val="61A30E"/>
              </a:gs>
              <a:gs pos="12000">
                <a:srgbClr val="61A30E"/>
              </a:gs>
              <a:gs pos="85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7"/>
          <p:cNvSpPr/>
          <p:nvPr/>
        </p:nvSpPr>
        <p:spPr>
          <a:xfrm>
            <a:off x="1" y="0"/>
            <a:ext cx="12189334" cy="6858000"/>
          </a:xfrm>
          <a:custGeom>
            <a:rect b="b" l="l" r="r" t="t"/>
            <a:pathLst>
              <a:path extrusionOk="0" h="6858000" w="12219884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rotWithShape="0" algn="ctr" sy="102000">
              <a:schemeClr val="accent3">
                <a:alpha val="1451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2" name="Google Shape;532;p37"/>
          <p:cNvGrpSpPr/>
          <p:nvPr/>
        </p:nvGrpSpPr>
        <p:grpSpPr>
          <a:xfrm>
            <a:off x="265626" y="6323271"/>
            <a:ext cx="1249222" cy="369649"/>
            <a:chOff x="265625" y="6323271"/>
            <a:chExt cx="1249222" cy="369649"/>
          </a:xfrm>
        </p:grpSpPr>
        <p:grpSp>
          <p:nvGrpSpPr>
            <p:cNvPr id="533" name="Google Shape;533;p37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534" name="Google Shape;534;p37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rect b="b" l="l" r="r" t="t"/>
                <a:pathLst>
                  <a:path extrusionOk="0" h="81777" w="55936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37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rect b="b" l="l" r="r" t="t"/>
                <a:pathLst>
                  <a:path extrusionOk="0" h="74221" w="55872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37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rect b="b" l="l" r="r" t="t"/>
                <a:pathLst>
                  <a:path extrusionOk="0" h="77079" w="64317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37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rect b="b" l="l" r="r" t="t"/>
                <a:pathLst>
                  <a:path extrusionOk="0" h="59325" w="3409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37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rect b="b" l="l" r="r" t="t"/>
                <a:pathLst>
                  <a:path extrusionOk="0" h="60762" w="6209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37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rect b="b" l="l" r="r" t="t"/>
                <a:pathLst>
                  <a:path extrusionOk="0" h="60190" w="52698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37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rect b="b" l="l" r="r" t="t"/>
                <a:pathLst>
                  <a:path extrusionOk="0" h="81713" w="6025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37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rect b="b" l="l" r="r" t="t"/>
                <a:pathLst>
                  <a:path extrusionOk="0" h="60762" w="5390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37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rect b="b" l="l" r="r" t="t"/>
                <a:pathLst>
                  <a:path extrusionOk="0" h="60762" w="6209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3" name="Google Shape;543;p37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rect b="b" l="l" r="r" t="t"/>
                <a:pathLst>
                  <a:path extrusionOk="0" h="59554" w="8863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44" name="Google Shape;544;p37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545" name="Google Shape;545;p37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rect b="b" l="l" r="r" t="t"/>
                <a:pathLst>
                  <a:path extrusionOk="0" h="184633" w="264126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" name="Google Shape;546;p37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rect b="b" l="l" r="r" t="t"/>
                <a:pathLst>
                  <a:path extrusionOk="0" h="184697" w="102285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" name="Google Shape;547;p37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rect b="b" l="l" r="r" t="t"/>
                <a:pathLst>
                  <a:path extrusionOk="0" h="186538" w="166856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37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rect b="b" l="l" r="r" t="t"/>
                <a:pathLst>
                  <a:path extrusionOk="0" h="186157" w="15796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37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rect b="b" l="l" r="r" t="t"/>
                <a:pathLst>
                  <a:path extrusionOk="0" h="190348" w="468782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37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rect b="b" l="l" r="r" t="t"/>
                <a:pathLst>
                  <a:path extrusionOk="0" h="44761" w="44507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37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rect b="b" l="l" r="r" t="t"/>
                <a:pathLst>
                  <a:path extrusionOk="0" h="21714" w="17968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52" name="Google Shape;552;p37"/>
          <p:cNvSpPr/>
          <p:nvPr/>
        </p:nvSpPr>
        <p:spPr>
          <a:xfrm>
            <a:off x="0" y="1"/>
            <a:ext cx="8364202" cy="5151382"/>
          </a:xfrm>
          <a:custGeom>
            <a:rect b="b" l="l" r="r" t="t"/>
            <a:pathLst>
              <a:path extrusionOk="0" h="5164293" w="8406233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3" name="Google Shape;553;p37"/>
          <p:cNvGrpSpPr/>
          <p:nvPr/>
        </p:nvGrpSpPr>
        <p:grpSpPr>
          <a:xfrm>
            <a:off x="1645525" y="6478316"/>
            <a:ext cx="4021200" cy="220291"/>
            <a:chOff x="1645525" y="6478316"/>
            <a:chExt cx="4021200" cy="220291"/>
          </a:xfrm>
        </p:grpSpPr>
        <p:sp>
          <p:nvSpPr>
            <p:cNvPr id="554" name="Google Shape;554;p37"/>
            <p:cNvSpPr txBox="1"/>
            <p:nvPr/>
          </p:nvSpPr>
          <p:spPr>
            <a:xfrm>
              <a:off x="1645525" y="6478316"/>
              <a:ext cx="31479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Broadcom Proprietary and Confidential. Copyright © </a:t>
              </a:r>
              <a:r>
                <a:rPr lang="en" sz="700">
                  <a:latin typeface="Roboto"/>
                  <a:ea typeface="Roboto"/>
                  <a:cs typeface="Roboto"/>
                  <a:sym typeface="Roboto"/>
                </a:rPr>
                <a:t>2025</a:t>
              </a: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Broadcom.  </a:t>
              </a:r>
              <a:endParaRPr sz="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55" name="Google Shape;555;p37"/>
            <p:cNvSpPr txBox="1"/>
            <p:nvPr/>
          </p:nvSpPr>
          <p:spPr>
            <a:xfrm>
              <a:off x="1645525" y="6590907"/>
              <a:ext cx="40212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All Rights Reserved. The term “Broadcom” refers to Broadcom Inc. and/or its subsidiaries.</a:t>
              </a:r>
              <a:endParaRPr sz="7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56" name="Google Shape;556;p37"/>
          <p:cNvSpPr txBox="1"/>
          <p:nvPr/>
        </p:nvSpPr>
        <p:spPr>
          <a:xfrm>
            <a:off x="7124768" y="4133698"/>
            <a:ext cx="3586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" sz="5000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sz="5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B | Thank You - Aqua" showMasterSp="0">
  <p:cSld name="Thank You / Closing - Leaf_1"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8"/>
          <p:cNvSpPr/>
          <p:nvPr/>
        </p:nvSpPr>
        <p:spPr>
          <a:xfrm>
            <a:off x="0" y="0"/>
            <a:ext cx="6635783" cy="4452826"/>
          </a:xfrm>
          <a:custGeom>
            <a:rect b="b" l="l" r="r" t="t"/>
            <a:pathLst>
              <a:path extrusionOk="0" h="4452826" w="6635783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rgbClr val="005B84"/>
              </a:gs>
              <a:gs pos="12000">
                <a:srgbClr val="005B84"/>
              </a:gs>
              <a:gs pos="85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38"/>
          <p:cNvSpPr/>
          <p:nvPr/>
        </p:nvSpPr>
        <p:spPr>
          <a:xfrm>
            <a:off x="1" y="0"/>
            <a:ext cx="12189334" cy="6858000"/>
          </a:xfrm>
          <a:custGeom>
            <a:rect b="b" l="l" r="r" t="t"/>
            <a:pathLst>
              <a:path extrusionOk="0" h="6858000" w="12219884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rotWithShape="0" algn="ctr" sy="102000">
              <a:schemeClr val="accent3">
                <a:alpha val="1451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0" name="Google Shape;560;p38"/>
          <p:cNvGrpSpPr/>
          <p:nvPr/>
        </p:nvGrpSpPr>
        <p:grpSpPr>
          <a:xfrm>
            <a:off x="265626" y="6323271"/>
            <a:ext cx="1249222" cy="369649"/>
            <a:chOff x="265625" y="6323271"/>
            <a:chExt cx="1249222" cy="369649"/>
          </a:xfrm>
        </p:grpSpPr>
        <p:grpSp>
          <p:nvGrpSpPr>
            <p:cNvPr id="561" name="Google Shape;561;p3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562" name="Google Shape;562;p3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rect b="b" l="l" r="r" t="t"/>
                <a:pathLst>
                  <a:path extrusionOk="0" h="81777" w="55936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3" name="Google Shape;563;p3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rect b="b" l="l" r="r" t="t"/>
                <a:pathLst>
                  <a:path extrusionOk="0" h="74221" w="55872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3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rect b="b" l="l" r="r" t="t"/>
                <a:pathLst>
                  <a:path extrusionOk="0" h="77079" w="64317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3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rect b="b" l="l" r="r" t="t"/>
                <a:pathLst>
                  <a:path extrusionOk="0" h="59325" w="3409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3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rect b="b" l="l" r="r" t="t"/>
                <a:pathLst>
                  <a:path extrusionOk="0" h="60762" w="6209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7" name="Google Shape;567;p3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rect b="b" l="l" r="r" t="t"/>
                <a:pathLst>
                  <a:path extrusionOk="0" h="60190" w="52698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3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rect b="b" l="l" r="r" t="t"/>
                <a:pathLst>
                  <a:path extrusionOk="0" h="81713" w="6025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3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rect b="b" l="l" r="r" t="t"/>
                <a:pathLst>
                  <a:path extrusionOk="0" h="60762" w="5390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" name="Google Shape;570;p3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rect b="b" l="l" r="r" t="t"/>
                <a:pathLst>
                  <a:path extrusionOk="0" h="60762" w="6209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571;p3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rect b="b" l="l" r="r" t="t"/>
                <a:pathLst>
                  <a:path extrusionOk="0" h="59554" w="8863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2" name="Google Shape;572;p3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573" name="Google Shape;573;p3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rect b="b" l="l" r="r" t="t"/>
                <a:pathLst>
                  <a:path extrusionOk="0" h="184633" w="264126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" name="Google Shape;574;p3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rect b="b" l="l" r="r" t="t"/>
                <a:pathLst>
                  <a:path extrusionOk="0" h="184697" w="102285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3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rect b="b" l="l" r="r" t="t"/>
                <a:pathLst>
                  <a:path extrusionOk="0" h="186538" w="166856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3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rect b="b" l="l" r="r" t="t"/>
                <a:pathLst>
                  <a:path extrusionOk="0" h="186157" w="15796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3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rect b="b" l="l" r="r" t="t"/>
                <a:pathLst>
                  <a:path extrusionOk="0" h="190348" w="468782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3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rect b="b" l="l" r="r" t="t"/>
                <a:pathLst>
                  <a:path extrusionOk="0" h="44761" w="44507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Google Shape;579;p3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rect b="b" l="l" r="r" t="t"/>
                <a:pathLst>
                  <a:path extrusionOk="0" h="21714" w="17968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80" name="Google Shape;580;p38"/>
          <p:cNvSpPr/>
          <p:nvPr/>
        </p:nvSpPr>
        <p:spPr>
          <a:xfrm>
            <a:off x="0" y="1"/>
            <a:ext cx="8364202" cy="5151382"/>
          </a:xfrm>
          <a:custGeom>
            <a:rect b="b" l="l" r="r" t="t"/>
            <a:pathLst>
              <a:path extrusionOk="0" h="5164293" w="8406233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rgbClr val="005B84"/>
              </a:gs>
              <a:gs pos="100000">
                <a:srgbClr val="005B8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1" name="Google Shape;581;p38"/>
          <p:cNvGrpSpPr/>
          <p:nvPr/>
        </p:nvGrpSpPr>
        <p:grpSpPr>
          <a:xfrm>
            <a:off x="1645525" y="6478316"/>
            <a:ext cx="4021200" cy="220291"/>
            <a:chOff x="1645525" y="6478316"/>
            <a:chExt cx="4021200" cy="220291"/>
          </a:xfrm>
        </p:grpSpPr>
        <p:sp>
          <p:nvSpPr>
            <p:cNvPr id="582" name="Google Shape;582;p38"/>
            <p:cNvSpPr txBox="1"/>
            <p:nvPr/>
          </p:nvSpPr>
          <p:spPr>
            <a:xfrm>
              <a:off x="1645525" y="6478316"/>
              <a:ext cx="31479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Broadcom Proprietary and Confidential. Copyright © </a:t>
              </a:r>
              <a:r>
                <a:rPr lang="en" sz="700">
                  <a:latin typeface="Roboto"/>
                  <a:ea typeface="Roboto"/>
                  <a:cs typeface="Roboto"/>
                  <a:sym typeface="Roboto"/>
                </a:rPr>
                <a:t>2025</a:t>
              </a: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Broadcom.  </a:t>
              </a:r>
              <a:endParaRPr sz="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3" name="Google Shape;583;p38"/>
            <p:cNvSpPr txBox="1"/>
            <p:nvPr/>
          </p:nvSpPr>
          <p:spPr>
            <a:xfrm>
              <a:off x="1645525" y="6590907"/>
              <a:ext cx="40212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All Rights Reserved. The term “Broadcom” refers to Broadcom Inc. and/or its subsidiaries.</a:t>
              </a:r>
              <a:endParaRPr sz="7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84" name="Google Shape;584;p38"/>
          <p:cNvSpPr txBox="1"/>
          <p:nvPr/>
        </p:nvSpPr>
        <p:spPr>
          <a:xfrm>
            <a:off x="7124768" y="4133698"/>
            <a:ext cx="3586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" sz="5000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sz="5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C | Thank You - Plum" showMasterSp="0">
  <p:cSld name="Thank You / Closing - Leaf_1_1"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9"/>
          <p:cNvSpPr/>
          <p:nvPr/>
        </p:nvSpPr>
        <p:spPr>
          <a:xfrm>
            <a:off x="0" y="0"/>
            <a:ext cx="6635783" cy="4452826"/>
          </a:xfrm>
          <a:custGeom>
            <a:rect b="b" l="l" r="r" t="t"/>
            <a:pathLst>
              <a:path extrusionOk="0" h="4452826" w="6635783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rgbClr val="6C4B8F"/>
              </a:gs>
              <a:gs pos="12000">
                <a:srgbClr val="6C4B8F"/>
              </a:gs>
              <a:gs pos="85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39"/>
          <p:cNvSpPr/>
          <p:nvPr/>
        </p:nvSpPr>
        <p:spPr>
          <a:xfrm>
            <a:off x="1" y="0"/>
            <a:ext cx="12189334" cy="6858000"/>
          </a:xfrm>
          <a:custGeom>
            <a:rect b="b" l="l" r="r" t="t"/>
            <a:pathLst>
              <a:path extrusionOk="0" h="6858000" w="12219884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rotWithShape="0" algn="ctr" sy="102000">
              <a:schemeClr val="accent3">
                <a:alpha val="1451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8" name="Google Shape;588;p39"/>
          <p:cNvGrpSpPr/>
          <p:nvPr/>
        </p:nvGrpSpPr>
        <p:grpSpPr>
          <a:xfrm>
            <a:off x="265626" y="6323271"/>
            <a:ext cx="1249222" cy="369649"/>
            <a:chOff x="265625" y="6323271"/>
            <a:chExt cx="1249222" cy="369649"/>
          </a:xfrm>
        </p:grpSpPr>
        <p:grpSp>
          <p:nvGrpSpPr>
            <p:cNvPr id="589" name="Google Shape;589;p3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590" name="Google Shape;590;p3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rect b="b" l="l" r="r" t="t"/>
                <a:pathLst>
                  <a:path extrusionOk="0" h="81777" w="55936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3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rect b="b" l="l" r="r" t="t"/>
                <a:pathLst>
                  <a:path extrusionOk="0" h="74221" w="55872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3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rect b="b" l="l" r="r" t="t"/>
                <a:pathLst>
                  <a:path extrusionOk="0" h="77079" w="64317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3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rect b="b" l="l" r="r" t="t"/>
                <a:pathLst>
                  <a:path extrusionOk="0" h="59325" w="3409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4" name="Google Shape;594;p3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rect b="b" l="l" r="r" t="t"/>
                <a:pathLst>
                  <a:path extrusionOk="0" h="60762" w="6209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5" name="Google Shape;595;p3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rect b="b" l="l" r="r" t="t"/>
                <a:pathLst>
                  <a:path extrusionOk="0" h="60190" w="52698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3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rect b="b" l="l" r="r" t="t"/>
                <a:pathLst>
                  <a:path extrusionOk="0" h="81713" w="6025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3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rect b="b" l="l" r="r" t="t"/>
                <a:pathLst>
                  <a:path extrusionOk="0" h="60762" w="5390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8" name="Google Shape;598;p3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rect b="b" l="l" r="r" t="t"/>
                <a:pathLst>
                  <a:path extrusionOk="0" h="60762" w="6209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9" name="Google Shape;599;p3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rect b="b" l="l" r="r" t="t"/>
                <a:pathLst>
                  <a:path extrusionOk="0" h="59554" w="8863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00" name="Google Shape;600;p3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601" name="Google Shape;601;p3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rect b="b" l="l" r="r" t="t"/>
                <a:pathLst>
                  <a:path extrusionOk="0" h="184633" w="264126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3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rect b="b" l="l" r="r" t="t"/>
                <a:pathLst>
                  <a:path extrusionOk="0" h="184697" w="102285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Google Shape;603;p3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rect b="b" l="l" r="r" t="t"/>
                <a:pathLst>
                  <a:path extrusionOk="0" h="186538" w="166856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3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rect b="b" l="l" r="r" t="t"/>
                <a:pathLst>
                  <a:path extrusionOk="0" h="186157" w="15796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3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rect b="b" l="l" r="r" t="t"/>
                <a:pathLst>
                  <a:path extrusionOk="0" h="190348" w="468782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3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rect b="b" l="l" r="r" t="t"/>
                <a:pathLst>
                  <a:path extrusionOk="0" h="44761" w="44507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3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rect b="b" l="l" r="r" t="t"/>
                <a:pathLst>
                  <a:path extrusionOk="0" h="21714" w="17968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08" name="Google Shape;608;p39"/>
          <p:cNvSpPr/>
          <p:nvPr/>
        </p:nvSpPr>
        <p:spPr>
          <a:xfrm>
            <a:off x="0" y="1"/>
            <a:ext cx="8364202" cy="5151382"/>
          </a:xfrm>
          <a:custGeom>
            <a:rect b="b" l="l" r="r" t="t"/>
            <a:pathLst>
              <a:path extrusionOk="0" h="5164293" w="8406233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rgbClr val="6C4B8F"/>
              </a:gs>
              <a:gs pos="100000">
                <a:srgbClr val="6C4B8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9" name="Google Shape;609;p39"/>
          <p:cNvGrpSpPr/>
          <p:nvPr/>
        </p:nvGrpSpPr>
        <p:grpSpPr>
          <a:xfrm>
            <a:off x="1645525" y="6478316"/>
            <a:ext cx="4021200" cy="220291"/>
            <a:chOff x="1645525" y="6478316"/>
            <a:chExt cx="4021200" cy="220291"/>
          </a:xfrm>
        </p:grpSpPr>
        <p:sp>
          <p:nvSpPr>
            <p:cNvPr id="610" name="Google Shape;610;p39"/>
            <p:cNvSpPr txBox="1"/>
            <p:nvPr/>
          </p:nvSpPr>
          <p:spPr>
            <a:xfrm>
              <a:off x="1645525" y="6478316"/>
              <a:ext cx="31479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Broadcom Proprietary and Confidential. Copyright © </a:t>
              </a:r>
              <a:r>
                <a:rPr lang="en" sz="700">
                  <a:latin typeface="Roboto"/>
                  <a:ea typeface="Roboto"/>
                  <a:cs typeface="Roboto"/>
                  <a:sym typeface="Roboto"/>
                </a:rPr>
                <a:t>2025</a:t>
              </a: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Broadcom.  </a:t>
              </a:r>
              <a:endParaRPr sz="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11" name="Google Shape;611;p39"/>
            <p:cNvSpPr txBox="1"/>
            <p:nvPr/>
          </p:nvSpPr>
          <p:spPr>
            <a:xfrm>
              <a:off x="1645525" y="6590907"/>
              <a:ext cx="40212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All Rights Reserved. The term “Broadcom” refers to Broadcom Inc. and/or its subsidiaries.</a:t>
              </a:r>
              <a:endParaRPr sz="7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12" name="Google Shape;612;p39"/>
          <p:cNvSpPr txBox="1"/>
          <p:nvPr/>
        </p:nvSpPr>
        <p:spPr>
          <a:xfrm>
            <a:off x="7124768" y="4133698"/>
            <a:ext cx="3586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" sz="5000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sz="5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9A | Grid">
  <p:cSld name="CUSTOM_11"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" name="Google Shape;614;p40"/>
          <p:cNvGrpSpPr/>
          <p:nvPr/>
        </p:nvGrpSpPr>
        <p:grpSpPr>
          <a:xfrm>
            <a:off x="0" y="0"/>
            <a:ext cx="12192784" cy="6858000"/>
            <a:chOff x="-254" y="0"/>
            <a:chExt cx="12189127" cy="6858000"/>
          </a:xfrm>
        </p:grpSpPr>
        <p:grpSp>
          <p:nvGrpSpPr>
            <p:cNvPr id="615" name="Google Shape;615;p40"/>
            <p:cNvGrpSpPr/>
            <p:nvPr/>
          </p:nvGrpSpPr>
          <p:grpSpPr>
            <a:xfrm>
              <a:off x="-254" y="0"/>
              <a:ext cx="12189127" cy="6858000"/>
              <a:chOff x="-127" y="-4574"/>
              <a:chExt cx="12189127" cy="6858000"/>
            </a:xfrm>
          </p:grpSpPr>
          <p:grpSp>
            <p:nvGrpSpPr>
              <p:cNvPr id="616" name="Google Shape;616;p40"/>
              <p:cNvGrpSpPr/>
              <p:nvPr/>
            </p:nvGrpSpPr>
            <p:grpSpPr>
              <a:xfrm>
                <a:off x="0" y="-4574"/>
                <a:ext cx="12189000" cy="6858000"/>
                <a:chOff x="12729307" y="-4574"/>
                <a:chExt cx="12189000" cy="6858000"/>
              </a:xfrm>
            </p:grpSpPr>
            <p:cxnSp>
              <p:nvCxnSpPr>
                <p:cNvPr id="617" name="Google Shape;617;p40"/>
                <p:cNvCxnSpPr/>
                <p:nvPr/>
              </p:nvCxnSpPr>
              <p:spPr>
                <a:xfrm>
                  <a:off x="12729307" y="13670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18" name="Google Shape;618;p40"/>
                <p:cNvCxnSpPr/>
                <p:nvPr/>
              </p:nvCxnSpPr>
              <p:spPr>
                <a:xfrm>
                  <a:off x="12729307" y="17099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19" name="Google Shape;619;p40"/>
                <p:cNvCxnSpPr/>
                <p:nvPr/>
              </p:nvCxnSpPr>
              <p:spPr>
                <a:xfrm>
                  <a:off x="12729307" y="10241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20" name="Google Shape;620;p40"/>
                <p:cNvCxnSpPr/>
                <p:nvPr/>
              </p:nvCxnSpPr>
              <p:spPr>
                <a:xfrm>
                  <a:off x="12729307" y="6812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21" name="Google Shape;621;p40"/>
                <p:cNvCxnSpPr/>
                <p:nvPr/>
              </p:nvCxnSpPr>
              <p:spPr>
                <a:xfrm>
                  <a:off x="12729307" y="3383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22" name="Google Shape;622;p40"/>
                <p:cNvCxnSpPr/>
                <p:nvPr/>
              </p:nvCxnSpPr>
              <p:spPr>
                <a:xfrm>
                  <a:off x="12729307" y="-4574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23" name="Google Shape;623;p40"/>
                <p:cNvCxnSpPr/>
                <p:nvPr/>
              </p:nvCxnSpPr>
              <p:spPr>
                <a:xfrm>
                  <a:off x="12729307" y="30815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24" name="Google Shape;624;p40"/>
                <p:cNvCxnSpPr/>
                <p:nvPr/>
              </p:nvCxnSpPr>
              <p:spPr>
                <a:xfrm>
                  <a:off x="12729307" y="34244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25" name="Google Shape;625;p40"/>
                <p:cNvCxnSpPr/>
                <p:nvPr/>
              </p:nvCxnSpPr>
              <p:spPr>
                <a:xfrm>
                  <a:off x="12729307" y="27386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26" name="Google Shape;626;p40"/>
                <p:cNvCxnSpPr/>
                <p:nvPr/>
              </p:nvCxnSpPr>
              <p:spPr>
                <a:xfrm>
                  <a:off x="12729307" y="23957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27" name="Google Shape;627;p40"/>
                <p:cNvCxnSpPr/>
                <p:nvPr/>
              </p:nvCxnSpPr>
              <p:spPr>
                <a:xfrm>
                  <a:off x="12729307" y="20528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28" name="Google Shape;628;p40"/>
                <p:cNvCxnSpPr/>
                <p:nvPr/>
              </p:nvCxnSpPr>
              <p:spPr>
                <a:xfrm>
                  <a:off x="12729307" y="47960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29" name="Google Shape;629;p40"/>
                <p:cNvCxnSpPr/>
                <p:nvPr/>
              </p:nvCxnSpPr>
              <p:spPr>
                <a:xfrm>
                  <a:off x="12729307" y="51389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30" name="Google Shape;630;p40"/>
                <p:cNvCxnSpPr/>
                <p:nvPr/>
              </p:nvCxnSpPr>
              <p:spPr>
                <a:xfrm>
                  <a:off x="12729307" y="44531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31" name="Google Shape;631;p40"/>
                <p:cNvCxnSpPr/>
                <p:nvPr/>
              </p:nvCxnSpPr>
              <p:spPr>
                <a:xfrm>
                  <a:off x="12729307" y="41102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32" name="Google Shape;632;p40"/>
                <p:cNvCxnSpPr/>
                <p:nvPr/>
              </p:nvCxnSpPr>
              <p:spPr>
                <a:xfrm>
                  <a:off x="12729307" y="37673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33" name="Google Shape;633;p40"/>
                <p:cNvCxnSpPr/>
                <p:nvPr/>
              </p:nvCxnSpPr>
              <p:spPr>
                <a:xfrm>
                  <a:off x="12729307" y="65105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34" name="Google Shape;634;p40"/>
                <p:cNvCxnSpPr/>
                <p:nvPr/>
              </p:nvCxnSpPr>
              <p:spPr>
                <a:xfrm>
                  <a:off x="12729307" y="68534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35" name="Google Shape;635;p40"/>
                <p:cNvCxnSpPr/>
                <p:nvPr/>
              </p:nvCxnSpPr>
              <p:spPr>
                <a:xfrm>
                  <a:off x="12729307" y="58247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36" name="Google Shape;636;p40"/>
                <p:cNvCxnSpPr/>
                <p:nvPr/>
              </p:nvCxnSpPr>
              <p:spPr>
                <a:xfrm>
                  <a:off x="12729307" y="54818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37" name="Google Shape;637;p40"/>
                <p:cNvCxnSpPr/>
                <p:nvPr/>
              </p:nvCxnSpPr>
              <p:spPr>
                <a:xfrm>
                  <a:off x="12729307" y="61676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638" name="Google Shape;638;p40"/>
              <p:cNvGrpSpPr/>
              <p:nvPr/>
            </p:nvGrpSpPr>
            <p:grpSpPr>
              <a:xfrm>
                <a:off x="-127" y="109726"/>
                <a:ext cx="12189000" cy="6629400"/>
                <a:chOff x="12729307" y="109726"/>
                <a:chExt cx="12189000" cy="6629400"/>
              </a:xfrm>
            </p:grpSpPr>
            <p:cxnSp>
              <p:nvCxnSpPr>
                <p:cNvPr id="639" name="Google Shape;639;p40"/>
                <p:cNvCxnSpPr/>
                <p:nvPr/>
              </p:nvCxnSpPr>
              <p:spPr>
                <a:xfrm>
                  <a:off x="12729307" y="14813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40" name="Google Shape;640;p40"/>
                <p:cNvCxnSpPr/>
                <p:nvPr/>
              </p:nvCxnSpPr>
              <p:spPr>
                <a:xfrm>
                  <a:off x="12729307" y="18242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41" name="Google Shape;641;p40"/>
                <p:cNvCxnSpPr/>
                <p:nvPr/>
              </p:nvCxnSpPr>
              <p:spPr>
                <a:xfrm>
                  <a:off x="12729307" y="11384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42" name="Google Shape;642;p40"/>
                <p:cNvCxnSpPr/>
                <p:nvPr/>
              </p:nvCxnSpPr>
              <p:spPr>
                <a:xfrm>
                  <a:off x="12729307" y="7955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43" name="Google Shape;643;p40"/>
                <p:cNvCxnSpPr/>
                <p:nvPr/>
              </p:nvCxnSpPr>
              <p:spPr>
                <a:xfrm>
                  <a:off x="12729307" y="4526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44" name="Google Shape;644;p40"/>
                <p:cNvCxnSpPr/>
                <p:nvPr/>
              </p:nvCxnSpPr>
              <p:spPr>
                <a:xfrm>
                  <a:off x="12729307" y="1097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45" name="Google Shape;645;p40"/>
                <p:cNvCxnSpPr/>
                <p:nvPr/>
              </p:nvCxnSpPr>
              <p:spPr>
                <a:xfrm>
                  <a:off x="12729307" y="31958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46" name="Google Shape;646;p40"/>
                <p:cNvCxnSpPr/>
                <p:nvPr/>
              </p:nvCxnSpPr>
              <p:spPr>
                <a:xfrm>
                  <a:off x="12729307" y="35387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47" name="Google Shape;647;p40"/>
                <p:cNvCxnSpPr/>
                <p:nvPr/>
              </p:nvCxnSpPr>
              <p:spPr>
                <a:xfrm>
                  <a:off x="12729307" y="28529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48" name="Google Shape;648;p40"/>
                <p:cNvCxnSpPr/>
                <p:nvPr/>
              </p:nvCxnSpPr>
              <p:spPr>
                <a:xfrm>
                  <a:off x="12729307" y="25100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49" name="Google Shape;649;p40"/>
                <p:cNvCxnSpPr/>
                <p:nvPr/>
              </p:nvCxnSpPr>
              <p:spPr>
                <a:xfrm>
                  <a:off x="12729307" y="21671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50" name="Google Shape;650;p40"/>
                <p:cNvCxnSpPr/>
                <p:nvPr/>
              </p:nvCxnSpPr>
              <p:spPr>
                <a:xfrm>
                  <a:off x="12729307" y="49103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51" name="Google Shape;651;p40"/>
                <p:cNvCxnSpPr/>
                <p:nvPr/>
              </p:nvCxnSpPr>
              <p:spPr>
                <a:xfrm>
                  <a:off x="12729307" y="52532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52" name="Google Shape;652;p40"/>
                <p:cNvCxnSpPr/>
                <p:nvPr/>
              </p:nvCxnSpPr>
              <p:spPr>
                <a:xfrm>
                  <a:off x="12729307" y="45674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53" name="Google Shape;653;p40"/>
                <p:cNvCxnSpPr/>
                <p:nvPr/>
              </p:nvCxnSpPr>
              <p:spPr>
                <a:xfrm>
                  <a:off x="12729307" y="42245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54" name="Google Shape;654;p40"/>
                <p:cNvCxnSpPr/>
                <p:nvPr/>
              </p:nvCxnSpPr>
              <p:spPr>
                <a:xfrm>
                  <a:off x="12729307" y="38816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55" name="Google Shape;655;p40"/>
                <p:cNvCxnSpPr/>
                <p:nvPr/>
              </p:nvCxnSpPr>
              <p:spPr>
                <a:xfrm>
                  <a:off x="12729307" y="66248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56" name="Google Shape;656;p40"/>
                <p:cNvCxnSpPr/>
                <p:nvPr/>
              </p:nvCxnSpPr>
              <p:spPr>
                <a:xfrm>
                  <a:off x="12729307" y="62819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57" name="Google Shape;657;p40"/>
                <p:cNvCxnSpPr/>
                <p:nvPr/>
              </p:nvCxnSpPr>
              <p:spPr>
                <a:xfrm>
                  <a:off x="12729307" y="59390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58" name="Google Shape;658;p40"/>
                <p:cNvCxnSpPr/>
                <p:nvPr/>
              </p:nvCxnSpPr>
              <p:spPr>
                <a:xfrm>
                  <a:off x="12729307" y="55961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59" name="Google Shape;659;p40"/>
                <p:cNvCxnSpPr/>
                <p:nvPr/>
              </p:nvCxnSpPr>
              <p:spPr>
                <a:xfrm>
                  <a:off x="12729307" y="15956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60" name="Google Shape;660;p40"/>
                <p:cNvCxnSpPr/>
                <p:nvPr/>
              </p:nvCxnSpPr>
              <p:spPr>
                <a:xfrm>
                  <a:off x="12729307" y="19385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61" name="Google Shape;661;p40"/>
                <p:cNvCxnSpPr/>
                <p:nvPr/>
              </p:nvCxnSpPr>
              <p:spPr>
                <a:xfrm>
                  <a:off x="12729307" y="12527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62" name="Google Shape;662;p40"/>
                <p:cNvCxnSpPr/>
                <p:nvPr/>
              </p:nvCxnSpPr>
              <p:spPr>
                <a:xfrm>
                  <a:off x="12729307" y="9098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63" name="Google Shape;663;p40"/>
                <p:cNvCxnSpPr/>
                <p:nvPr/>
              </p:nvCxnSpPr>
              <p:spPr>
                <a:xfrm>
                  <a:off x="12729307" y="5669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64" name="Google Shape;664;p40"/>
                <p:cNvCxnSpPr/>
                <p:nvPr/>
              </p:nvCxnSpPr>
              <p:spPr>
                <a:xfrm>
                  <a:off x="12729307" y="2240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65" name="Google Shape;665;p40"/>
                <p:cNvCxnSpPr/>
                <p:nvPr/>
              </p:nvCxnSpPr>
              <p:spPr>
                <a:xfrm>
                  <a:off x="12729307" y="33101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66" name="Google Shape;666;p40"/>
                <p:cNvCxnSpPr/>
                <p:nvPr/>
              </p:nvCxnSpPr>
              <p:spPr>
                <a:xfrm>
                  <a:off x="12729307" y="36530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67" name="Google Shape;667;p40"/>
                <p:cNvCxnSpPr/>
                <p:nvPr/>
              </p:nvCxnSpPr>
              <p:spPr>
                <a:xfrm>
                  <a:off x="12729307" y="29672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68" name="Google Shape;668;p40"/>
                <p:cNvCxnSpPr/>
                <p:nvPr/>
              </p:nvCxnSpPr>
              <p:spPr>
                <a:xfrm>
                  <a:off x="12729307" y="26243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69" name="Google Shape;669;p40"/>
                <p:cNvCxnSpPr/>
                <p:nvPr/>
              </p:nvCxnSpPr>
              <p:spPr>
                <a:xfrm>
                  <a:off x="12729307" y="22814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70" name="Google Shape;670;p40"/>
                <p:cNvCxnSpPr/>
                <p:nvPr/>
              </p:nvCxnSpPr>
              <p:spPr>
                <a:xfrm>
                  <a:off x="12729307" y="50246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71" name="Google Shape;671;p40"/>
                <p:cNvCxnSpPr/>
                <p:nvPr/>
              </p:nvCxnSpPr>
              <p:spPr>
                <a:xfrm>
                  <a:off x="12729307" y="53675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72" name="Google Shape;672;p40"/>
                <p:cNvCxnSpPr/>
                <p:nvPr/>
              </p:nvCxnSpPr>
              <p:spPr>
                <a:xfrm>
                  <a:off x="12729307" y="46817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73" name="Google Shape;673;p40"/>
                <p:cNvCxnSpPr/>
                <p:nvPr/>
              </p:nvCxnSpPr>
              <p:spPr>
                <a:xfrm>
                  <a:off x="12729307" y="43388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74" name="Google Shape;674;p40"/>
                <p:cNvCxnSpPr/>
                <p:nvPr/>
              </p:nvCxnSpPr>
              <p:spPr>
                <a:xfrm>
                  <a:off x="12729307" y="39959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75" name="Google Shape;675;p40"/>
                <p:cNvCxnSpPr/>
                <p:nvPr/>
              </p:nvCxnSpPr>
              <p:spPr>
                <a:xfrm>
                  <a:off x="12729307" y="67391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76" name="Google Shape;676;p40"/>
                <p:cNvCxnSpPr/>
                <p:nvPr/>
              </p:nvCxnSpPr>
              <p:spPr>
                <a:xfrm>
                  <a:off x="12729307" y="63962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77" name="Google Shape;677;p40"/>
                <p:cNvCxnSpPr/>
                <p:nvPr/>
              </p:nvCxnSpPr>
              <p:spPr>
                <a:xfrm>
                  <a:off x="12729307" y="60533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78" name="Google Shape;678;p40"/>
                <p:cNvCxnSpPr/>
                <p:nvPr/>
              </p:nvCxnSpPr>
              <p:spPr>
                <a:xfrm>
                  <a:off x="12729307" y="5710426"/>
                  <a:ext cx="12189000" cy="0"/>
                </a:xfrm>
                <a:prstGeom prst="straightConnector1">
                  <a:avLst/>
                </a:prstGeom>
                <a:noFill/>
                <a:ln cap="rnd" cmpd="sng" w="9525">
                  <a:solidFill>
                    <a:srgbClr val="0193C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679" name="Google Shape;679;p40"/>
            <p:cNvGrpSpPr/>
            <p:nvPr/>
          </p:nvGrpSpPr>
          <p:grpSpPr>
            <a:xfrm>
              <a:off x="971126" y="0"/>
              <a:ext cx="10247334" cy="6858000"/>
              <a:chOff x="971253" y="0"/>
              <a:chExt cx="10247334" cy="6858000"/>
            </a:xfrm>
          </p:grpSpPr>
          <p:cxnSp>
            <p:nvCxnSpPr>
              <p:cNvPr id="680" name="Google Shape;680;p40"/>
              <p:cNvCxnSpPr/>
              <p:nvPr/>
            </p:nvCxnSpPr>
            <p:spPr>
              <a:xfrm flipH="1">
                <a:off x="971253" y="0"/>
                <a:ext cx="1200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5B8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1" name="Google Shape;681;p40"/>
              <p:cNvCxnSpPr/>
              <p:nvPr/>
            </p:nvCxnSpPr>
            <p:spPr>
              <a:xfrm flipH="1">
                <a:off x="1902720" y="0"/>
                <a:ext cx="1200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5B8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2" name="Google Shape;682;p40"/>
              <p:cNvCxnSpPr/>
              <p:nvPr/>
            </p:nvCxnSpPr>
            <p:spPr>
              <a:xfrm flipH="1">
                <a:off x="2834187" y="0"/>
                <a:ext cx="1200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5B8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3" name="Google Shape;683;p40"/>
              <p:cNvCxnSpPr/>
              <p:nvPr/>
            </p:nvCxnSpPr>
            <p:spPr>
              <a:xfrm flipH="1">
                <a:off x="3765654" y="0"/>
                <a:ext cx="1200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5B8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4" name="Google Shape;684;p40"/>
              <p:cNvCxnSpPr/>
              <p:nvPr/>
            </p:nvCxnSpPr>
            <p:spPr>
              <a:xfrm flipH="1">
                <a:off x="4697121" y="0"/>
                <a:ext cx="1200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5B8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5" name="Google Shape;685;p40"/>
              <p:cNvCxnSpPr/>
              <p:nvPr/>
            </p:nvCxnSpPr>
            <p:spPr>
              <a:xfrm flipH="1">
                <a:off x="5628588" y="0"/>
                <a:ext cx="1200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5B8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6" name="Google Shape;686;p40"/>
              <p:cNvCxnSpPr/>
              <p:nvPr/>
            </p:nvCxnSpPr>
            <p:spPr>
              <a:xfrm flipH="1">
                <a:off x="6560055" y="0"/>
                <a:ext cx="1200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5B8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7" name="Google Shape;687;p40"/>
              <p:cNvCxnSpPr/>
              <p:nvPr/>
            </p:nvCxnSpPr>
            <p:spPr>
              <a:xfrm flipH="1">
                <a:off x="7491522" y="0"/>
                <a:ext cx="1200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5B8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8" name="Google Shape;688;p40"/>
              <p:cNvCxnSpPr/>
              <p:nvPr/>
            </p:nvCxnSpPr>
            <p:spPr>
              <a:xfrm flipH="1">
                <a:off x="8422989" y="0"/>
                <a:ext cx="1200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5B8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9" name="Google Shape;689;p40"/>
              <p:cNvCxnSpPr/>
              <p:nvPr/>
            </p:nvCxnSpPr>
            <p:spPr>
              <a:xfrm flipH="1">
                <a:off x="9354456" y="0"/>
                <a:ext cx="1200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5B8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90" name="Google Shape;690;p40"/>
              <p:cNvCxnSpPr/>
              <p:nvPr/>
            </p:nvCxnSpPr>
            <p:spPr>
              <a:xfrm flipH="1">
                <a:off x="10285923" y="0"/>
                <a:ext cx="1200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5B8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91" name="Google Shape;691;p40"/>
              <p:cNvCxnSpPr/>
              <p:nvPr/>
            </p:nvCxnSpPr>
            <p:spPr>
              <a:xfrm flipH="1">
                <a:off x="11217387" y="0"/>
                <a:ext cx="1200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5B8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92" name="Google Shape;692;p40"/>
            <p:cNvGrpSpPr/>
            <p:nvPr/>
          </p:nvGrpSpPr>
          <p:grpSpPr>
            <a:xfrm>
              <a:off x="608758" y="448685"/>
              <a:ext cx="10971834" cy="5722702"/>
              <a:chOff x="608885" y="1604366"/>
              <a:chExt cx="10971834" cy="4567200"/>
            </a:xfrm>
          </p:grpSpPr>
          <p:sp>
            <p:nvSpPr>
              <p:cNvPr id="693" name="Google Shape;693;p40"/>
              <p:cNvSpPr/>
              <p:nvPr/>
            </p:nvSpPr>
            <p:spPr>
              <a:xfrm>
                <a:off x="608885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4" name="Google Shape;694;p40"/>
              <p:cNvSpPr/>
              <p:nvPr/>
            </p:nvSpPr>
            <p:spPr>
              <a:xfrm>
                <a:off x="1540352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p40"/>
              <p:cNvSpPr/>
              <p:nvPr/>
            </p:nvSpPr>
            <p:spPr>
              <a:xfrm>
                <a:off x="2471819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6" name="Google Shape;696;p40"/>
              <p:cNvSpPr/>
              <p:nvPr/>
            </p:nvSpPr>
            <p:spPr>
              <a:xfrm>
                <a:off x="3403286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7" name="Google Shape;697;p40"/>
              <p:cNvSpPr/>
              <p:nvPr/>
            </p:nvSpPr>
            <p:spPr>
              <a:xfrm>
                <a:off x="4334753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40"/>
              <p:cNvSpPr/>
              <p:nvPr/>
            </p:nvSpPr>
            <p:spPr>
              <a:xfrm>
                <a:off x="5266220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" name="Google Shape;699;p40"/>
              <p:cNvSpPr/>
              <p:nvPr/>
            </p:nvSpPr>
            <p:spPr>
              <a:xfrm>
                <a:off x="6197687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0" name="Google Shape;700;p40"/>
              <p:cNvSpPr/>
              <p:nvPr/>
            </p:nvSpPr>
            <p:spPr>
              <a:xfrm>
                <a:off x="7129154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1" name="Google Shape;701;p40"/>
              <p:cNvSpPr/>
              <p:nvPr/>
            </p:nvSpPr>
            <p:spPr>
              <a:xfrm>
                <a:off x="8060621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2" name="Google Shape;702;p40"/>
              <p:cNvSpPr/>
              <p:nvPr/>
            </p:nvSpPr>
            <p:spPr>
              <a:xfrm>
                <a:off x="8992088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3" name="Google Shape;703;p40"/>
              <p:cNvSpPr/>
              <p:nvPr/>
            </p:nvSpPr>
            <p:spPr>
              <a:xfrm>
                <a:off x="9923555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4" name="Google Shape;704;p40"/>
              <p:cNvSpPr/>
              <p:nvPr/>
            </p:nvSpPr>
            <p:spPr>
              <a:xfrm>
                <a:off x="10855019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05" name="Google Shape;705;p40"/>
          <p:cNvSpPr txBox="1"/>
          <p:nvPr>
            <p:ph idx="12" type="sldNum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options">
  <p:cSld name="04 options"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/>
          <p:cNvSpPr txBox="1"/>
          <p:nvPr>
            <p:ph idx="1" type="body"/>
          </p:nvPr>
        </p:nvSpPr>
        <p:spPr>
          <a:xfrm>
            <a:off x="1106528" y="1762439"/>
            <a:ext cx="2531100" cy="8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8" name="Google Shape;708;p41"/>
          <p:cNvSpPr txBox="1"/>
          <p:nvPr>
            <p:ph idx="2" type="body"/>
          </p:nvPr>
        </p:nvSpPr>
        <p:spPr>
          <a:xfrm>
            <a:off x="8903647" y="1221101"/>
            <a:ext cx="24888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i="0" sz="23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b="1" i="0" sz="2399" u="none" cap="none" strike="noStrik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b="1" i="0" sz="2399" u="none" cap="none" strike="noStrik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b="1" i="0" sz="2399" u="none" cap="none" strike="noStrik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b="1" i="0" sz="2399" u="none" cap="none" strike="noStrik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9" name="Google Shape;709;p41"/>
          <p:cNvSpPr txBox="1"/>
          <p:nvPr>
            <p:ph idx="3" type="body"/>
          </p:nvPr>
        </p:nvSpPr>
        <p:spPr>
          <a:xfrm>
            <a:off x="8789375" y="1775139"/>
            <a:ext cx="26031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0" name="Google Shape;710;p41"/>
          <p:cNvSpPr txBox="1"/>
          <p:nvPr>
            <p:ph idx="4" type="body"/>
          </p:nvPr>
        </p:nvSpPr>
        <p:spPr>
          <a:xfrm>
            <a:off x="1106527" y="1221101"/>
            <a:ext cx="2531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i="0" sz="23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b="1" i="0" sz="2399" u="none" cap="none" strike="noStrik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b="1" i="0" sz="2399" u="none" cap="none" strike="noStrik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b="1" i="0" sz="2399" u="none" cap="none" strike="noStrik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b="1" i="0" sz="2399" u="none" cap="none" strike="noStrik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1" name="Google Shape;711;p41"/>
          <p:cNvSpPr txBox="1"/>
          <p:nvPr>
            <p:ph idx="5" type="body"/>
          </p:nvPr>
        </p:nvSpPr>
        <p:spPr>
          <a:xfrm>
            <a:off x="1106528" y="4827584"/>
            <a:ext cx="2531100" cy="8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2" name="Google Shape;712;p41"/>
          <p:cNvSpPr txBox="1"/>
          <p:nvPr>
            <p:ph idx="6" type="body"/>
          </p:nvPr>
        </p:nvSpPr>
        <p:spPr>
          <a:xfrm>
            <a:off x="1106527" y="4286246"/>
            <a:ext cx="2531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i="0" sz="23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b="1" i="0" sz="2399" u="none" cap="none" strike="noStrik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b="1" i="0" sz="2399" u="none" cap="none" strike="noStrik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b="1" i="0" sz="2399" u="none" cap="none" strike="noStrik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b="1" i="0" sz="2399" u="none" cap="none" strike="noStrik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3" name="Google Shape;713;p41"/>
          <p:cNvSpPr txBox="1"/>
          <p:nvPr>
            <p:ph idx="7" type="body"/>
          </p:nvPr>
        </p:nvSpPr>
        <p:spPr>
          <a:xfrm>
            <a:off x="8903647" y="4286246"/>
            <a:ext cx="24888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i="0" sz="23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b="1" i="0" sz="2399" u="none" cap="none" strike="noStrik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b="1" i="0" sz="2399" u="none" cap="none" strike="noStrik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b="1" i="0" sz="2399" u="none" cap="none" strike="noStrik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b="1" i="0" sz="2399" u="none" cap="none" strike="noStrik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4" name="Google Shape;714;p41"/>
          <p:cNvSpPr txBox="1"/>
          <p:nvPr>
            <p:ph idx="8" type="body"/>
          </p:nvPr>
        </p:nvSpPr>
        <p:spPr>
          <a:xfrm>
            <a:off x="8789375" y="4840284"/>
            <a:ext cx="26031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265706" y="6323271"/>
            <a:ext cx="1249597" cy="369649"/>
            <a:chOff x="265625" y="6323271"/>
            <a:chExt cx="1249222" cy="369649"/>
          </a:xfrm>
        </p:grpSpPr>
        <p:grpSp>
          <p:nvGrpSpPr>
            <p:cNvPr id="7" name="Google Shape;7;p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8" name="Google Shape;8;p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rect b="b" l="l" r="r" t="t"/>
                <a:pathLst>
                  <a:path extrusionOk="0" h="81777" w="55936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" name="Google Shape;9;p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rect b="b" l="l" r="r" t="t"/>
                <a:pathLst>
                  <a:path extrusionOk="0" h="74221" w="55872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" name="Google Shape;10;p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rect b="b" l="l" r="r" t="t"/>
                <a:pathLst>
                  <a:path extrusionOk="0" h="77079" w="64317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" name="Google Shape;11;p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rect b="b" l="l" r="r" t="t"/>
                <a:pathLst>
                  <a:path extrusionOk="0" h="59325" w="3409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12;p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rect b="b" l="l" r="r" t="t"/>
                <a:pathLst>
                  <a:path extrusionOk="0" h="60762" w="6209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13;p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rect b="b" l="l" r="r" t="t"/>
                <a:pathLst>
                  <a:path extrusionOk="0" h="60190" w="52698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rect b="b" l="l" r="r" t="t"/>
                <a:pathLst>
                  <a:path extrusionOk="0" h="81713" w="6025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rect b="b" l="l" r="r" t="t"/>
                <a:pathLst>
                  <a:path extrusionOk="0" h="60762" w="5390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rect b="b" l="l" r="r" t="t"/>
                <a:pathLst>
                  <a:path extrusionOk="0" h="60762" w="62094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rect b="b" l="l" r="r" t="t"/>
                <a:pathLst>
                  <a:path extrusionOk="0" h="59554" w="8863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" name="Google Shape;18;p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9" name="Google Shape;19;p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rect b="b" l="l" r="r" t="t"/>
                <a:pathLst>
                  <a:path extrusionOk="0" h="184633" w="264126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rect b="b" l="l" r="r" t="t"/>
                <a:pathLst>
                  <a:path extrusionOk="0" h="184697" w="102285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rect b="b" l="l" r="r" t="t"/>
                <a:pathLst>
                  <a:path extrusionOk="0" h="186538" w="166856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rect b="b" l="l" r="r" t="t"/>
                <a:pathLst>
                  <a:path extrusionOk="0" h="186157" w="15796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rect b="b" l="l" r="r" t="t"/>
                <a:pathLst>
                  <a:path extrusionOk="0" h="190348" w="468782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4;p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rect b="b" l="l" r="r" t="t"/>
                <a:pathLst>
                  <a:path extrusionOk="0" h="44761" w="44507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rect b="b" l="l" r="r" t="t"/>
                <a:pathLst>
                  <a:path extrusionOk="0" h="21714" w="17968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" name="Google Shape;26;p1"/>
          <p:cNvSpPr/>
          <p:nvPr/>
        </p:nvSpPr>
        <p:spPr>
          <a:xfrm>
            <a:off x="1613" y="0"/>
            <a:ext cx="12185715" cy="74871"/>
          </a:xfrm>
          <a:custGeom>
            <a:rect b="b" l="l" r="r" t="t"/>
            <a:pathLst>
              <a:path extrusionOk="0" h="74871" w="12185715">
                <a:moveTo>
                  <a:pt x="0" y="0"/>
                </a:moveTo>
                <a:lnTo>
                  <a:pt x="12185716" y="0"/>
                </a:lnTo>
                <a:lnTo>
                  <a:pt x="12185716" y="74871"/>
                </a:lnTo>
                <a:lnTo>
                  <a:pt x="0" y="74871"/>
                </a:lnTo>
                <a:close/>
              </a:path>
            </a:pathLst>
          </a:custGeom>
          <a:gradFill>
            <a:gsLst>
              <a:gs pos="0">
                <a:srgbClr val="61A00A"/>
              </a:gs>
              <a:gs pos="25000">
                <a:srgbClr val="007A86"/>
              </a:gs>
              <a:gs pos="50000">
                <a:srgbClr val="0193C2"/>
              </a:gs>
              <a:gs pos="75000">
                <a:srgbClr val="005B84"/>
              </a:gs>
              <a:gs pos="100000">
                <a:srgbClr val="6C4B8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" name="Google Shape;27;p1"/>
          <p:cNvGrpSpPr/>
          <p:nvPr/>
        </p:nvGrpSpPr>
        <p:grpSpPr>
          <a:xfrm>
            <a:off x="1645525" y="6478316"/>
            <a:ext cx="4021200" cy="220291"/>
            <a:chOff x="1645525" y="6478316"/>
            <a:chExt cx="4021200" cy="220291"/>
          </a:xfrm>
        </p:grpSpPr>
        <p:sp>
          <p:nvSpPr>
            <p:cNvPr id="28" name="Google Shape;28;p1"/>
            <p:cNvSpPr txBox="1"/>
            <p:nvPr/>
          </p:nvSpPr>
          <p:spPr>
            <a:xfrm>
              <a:off x="1645525" y="6478316"/>
              <a:ext cx="31479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Broadcom Proprietary and Confidential. Copyright © </a:t>
              </a:r>
              <a:r>
                <a:rPr lang="en" sz="700">
                  <a:latin typeface="Roboto"/>
                  <a:ea typeface="Roboto"/>
                  <a:cs typeface="Roboto"/>
                  <a:sym typeface="Roboto"/>
                </a:rPr>
                <a:t>2025</a:t>
              </a: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Broadcom.  </a:t>
              </a:r>
              <a:endParaRPr sz="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" name="Google Shape;29;p1"/>
            <p:cNvSpPr txBox="1"/>
            <p:nvPr/>
          </p:nvSpPr>
          <p:spPr>
            <a:xfrm>
              <a:off x="1645525" y="6590907"/>
              <a:ext cx="40212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All Rights Reserved. The term “Broadcom” refers to Broadcom Inc. and/or its subsidiaries.</a:t>
              </a:r>
              <a:endParaRPr sz="7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0" name="Google Shape;30;p1"/>
          <p:cNvSpPr txBox="1"/>
          <p:nvPr>
            <p:ph idx="12" type="sldNum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1"/>
          <p:cNvSpPr txBox="1"/>
          <p:nvPr>
            <p:ph type="title"/>
          </p:nvPr>
        </p:nvSpPr>
        <p:spPr>
          <a:xfrm>
            <a:off x="585216" y="411480"/>
            <a:ext cx="1100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2" name="Google Shape;32;p1"/>
          <p:cNvSpPr txBox="1"/>
          <p:nvPr>
            <p:ph idx="1" type="body"/>
          </p:nvPr>
        </p:nvSpPr>
        <p:spPr>
          <a:xfrm>
            <a:off x="603504" y="1600203"/>
            <a:ext cx="10972800" cy="4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oboto"/>
              <a:buChar char="​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31469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620"/>
              <a:buFont typeface="Roboto"/>
              <a:buChar char="•"/>
              <a:defRPr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20039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440"/>
              <a:buFont typeface="Roboto"/>
              <a:buChar char="–"/>
              <a:defRPr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861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861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Roboto"/>
              <a:buChar char="–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8610" lvl="5" marL="2743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8610" lvl="6" marL="3200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Roboto"/>
              <a:buChar char="-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8609" lvl="7" marL="3657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8609" lvl="8" marL="411480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3C3C3C"/>
              </a:buClr>
              <a:buSzPts val="1260"/>
              <a:buFont typeface="Roboto"/>
              <a:buChar char="-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>
          <p15:clr>
            <a:srgbClr val="E46962"/>
          </p15:clr>
        </p15:guide>
        <p15:guide id="2">
          <p15:clr>
            <a:srgbClr val="E46962"/>
          </p15:clr>
        </p15:guide>
        <p15:guide id="3" pos="380">
          <p15:clr>
            <a:srgbClr val="E46962"/>
          </p15:clr>
        </p15:guide>
        <p15:guide id="4" pos="668">
          <p15:clr>
            <a:srgbClr val="E46962"/>
          </p15:clr>
        </p15:guide>
        <p15:guide id="5" pos="956">
          <p15:clr>
            <a:srgbClr val="E46962"/>
          </p15:clr>
        </p15:guide>
        <p15:guide id="6" pos="1244">
          <p15:clr>
            <a:srgbClr val="E46962"/>
          </p15:clr>
        </p15:guide>
        <p15:guide id="7" pos="1532">
          <p15:clr>
            <a:srgbClr val="E46962"/>
          </p15:clr>
        </p15:guide>
        <p15:guide id="8" pos="1820">
          <p15:clr>
            <a:srgbClr val="E46962"/>
          </p15:clr>
        </p15:guide>
        <p15:guide id="9" pos="2108">
          <p15:clr>
            <a:srgbClr val="E46962"/>
          </p15:clr>
        </p15:guide>
        <p15:guide id="10" pos="2396">
          <p15:clr>
            <a:srgbClr val="E46962"/>
          </p15:clr>
        </p15:guide>
        <p15:guide id="11" pos="2684">
          <p15:clr>
            <a:srgbClr val="E46962"/>
          </p15:clr>
        </p15:guide>
        <p15:guide id="12" pos="2972">
          <p15:clr>
            <a:srgbClr val="E46962"/>
          </p15:clr>
        </p15:guide>
        <p15:guide id="13" pos="3260">
          <p15:clr>
            <a:srgbClr val="E46962"/>
          </p15:clr>
        </p15:guide>
        <p15:guide id="14" pos="3548">
          <p15:clr>
            <a:srgbClr val="E46962"/>
          </p15:clr>
        </p15:guide>
        <p15:guide id="15" pos="3836">
          <p15:clr>
            <a:srgbClr val="E46962"/>
          </p15:clr>
        </p15:guide>
        <p15:guide id="16" pos="4124">
          <p15:clr>
            <a:srgbClr val="E46962"/>
          </p15:clr>
        </p15:guide>
        <p15:guide id="17" pos="4412">
          <p15:clr>
            <a:srgbClr val="E46962"/>
          </p15:clr>
        </p15:guide>
        <p15:guide id="18" pos="4700">
          <p15:clr>
            <a:srgbClr val="E46962"/>
          </p15:clr>
        </p15:guide>
        <p15:guide id="19" pos="4988">
          <p15:clr>
            <a:srgbClr val="E46962"/>
          </p15:clr>
        </p15:guide>
        <p15:guide id="20" pos="5276">
          <p15:clr>
            <a:srgbClr val="E46962"/>
          </p15:clr>
        </p15:guide>
        <p15:guide id="21" pos="5564">
          <p15:clr>
            <a:srgbClr val="E46962"/>
          </p15:clr>
        </p15:guide>
        <p15:guide id="22" pos="5852">
          <p15:clr>
            <a:srgbClr val="E46962"/>
          </p15:clr>
        </p15:guide>
        <p15:guide id="23" pos="6140">
          <p15:clr>
            <a:srgbClr val="E46962"/>
          </p15:clr>
        </p15:guide>
        <p15:guide id="24" pos="6428">
          <p15:clr>
            <a:srgbClr val="E46962"/>
          </p15:clr>
        </p15:guide>
        <p15:guide id="25" pos="6716">
          <p15:clr>
            <a:srgbClr val="E46962"/>
          </p15:clr>
        </p15:guide>
        <p15:guide id="26" pos="7004">
          <p15:clr>
            <a:srgbClr val="E46962"/>
          </p15:clr>
        </p15:guide>
        <p15:guide id="27" pos="7292">
          <p15:clr>
            <a:srgbClr val="E46962"/>
          </p15:clr>
        </p15:guide>
        <p15:guide id="28" pos="7678">
          <p15:clr>
            <a:srgbClr val="E46962"/>
          </p15:clr>
        </p15:guide>
        <p15:guide id="29" orient="horz" pos="288">
          <p15:clr>
            <a:srgbClr val="E46962"/>
          </p15:clr>
        </p15:guide>
        <p15:guide id="30" orient="horz" pos="576">
          <p15:clr>
            <a:srgbClr val="E46962"/>
          </p15:clr>
        </p15:guide>
        <p15:guide id="31" orient="horz" pos="720">
          <p15:clr>
            <a:srgbClr val="E46962"/>
          </p15:clr>
        </p15:guide>
        <p15:guide id="32" orient="horz" pos="1008">
          <p15:clr>
            <a:srgbClr val="E46962"/>
          </p15:clr>
        </p15:guide>
        <p15:guide id="33" orient="horz" pos="1296">
          <p15:clr>
            <a:srgbClr val="E46962"/>
          </p15:clr>
        </p15:guide>
        <p15:guide id="34" orient="horz" pos="1584">
          <p15:clr>
            <a:srgbClr val="E46962"/>
          </p15:clr>
        </p15:guide>
        <p15:guide id="35" orient="horz" pos="1872">
          <p15:clr>
            <a:srgbClr val="E46962"/>
          </p15:clr>
        </p15:guide>
        <p15:guide id="36" orient="horz" pos="2160">
          <p15:clr>
            <a:srgbClr val="E46962"/>
          </p15:clr>
        </p15:guide>
        <p15:guide id="37" orient="horz" pos="2448">
          <p15:clr>
            <a:srgbClr val="E46962"/>
          </p15:clr>
        </p15:guide>
        <p15:guide id="38" orient="horz" pos="2736">
          <p15:clr>
            <a:srgbClr val="E46962"/>
          </p15:clr>
        </p15:guide>
        <p15:guide id="39" orient="horz" pos="3024">
          <p15:clr>
            <a:srgbClr val="E46962"/>
          </p15:clr>
        </p15:guide>
        <p15:guide id="40" orient="horz" pos="3312">
          <p15:clr>
            <a:srgbClr val="E46962"/>
          </p15:clr>
        </p15:guide>
        <p15:guide id="41" orient="horz" pos="3600">
          <p15:clr>
            <a:srgbClr val="E46962"/>
          </p15:clr>
        </p15:guide>
        <p15:guide id="42" orient="horz" pos="3888">
          <p15:clr>
            <a:srgbClr val="E46962"/>
          </p15:clr>
        </p15:guide>
        <p15:guide id="43" orient="horz" pos="4032">
          <p15:clr>
            <a:srgbClr val="E46962"/>
          </p15:clr>
        </p15:guide>
        <p15:guide id="44" orient="horz" pos="4320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B1E35"/>
                </a:solidFill>
                <a:latin typeface="Arial"/>
              </a:rPr>
              <a:t>VKS — vSphere Kubernetes Service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500" b="0">
                <a:solidFill>
                  <a:srgbClr val="4B4F63"/>
                </a:solidFill>
                <a:latin typeface="Arial"/>
              </a:rPr>
              <a:t>기존 vSphere 인프라를 통째로 쿠버네티스 플랫폼으로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sz="1200" b="0">
                <a:solidFill>
                  <a:srgbClr val="6A6E80"/>
                </a:solidFill>
                <a:latin typeface="Arial"/>
              </a:rPr>
              <a:t>고객 소개 · 아키텍처 · VCF 9.1 · 버전별(3.5~3.7)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sz="1100" b="0">
                <a:solidFill>
                  <a:srgbClr val="6A6E80"/>
                </a:solidFill>
                <a:latin typeface="Arial"/>
              </a:rPr>
              <a:t>대상 · 고객 소개 및 VKS/VCF 플랫폼 엔지니어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 sz="1100" b="0">
                <a:solidFill>
                  <a:srgbClr val="6A6E80"/>
                </a:solidFill>
                <a:latin typeface="Arial"/>
              </a:rPr>
              <a:t>기준 · VCF 9.1 · VKS 3.5/3.6/3.7 · K8s 1.34→1.36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5715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B1E35"/>
                </a:solidFill>
                <a:latin typeface="Arial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104900"/>
            <a:ext cx="609600" cy="38100"/>
          </a:xfrm>
          <a:prstGeom prst="rect">
            <a:avLst/>
          </a:prstGeom>
          <a:solidFill>
            <a:srgbClr val="61A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714500"/>
            <a:ext cx="4191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7A86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1714500"/>
            <a:ext cx="48006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1E35"/>
                </a:solidFill>
                <a:latin typeface="Arial"/>
              </a:rPr>
              <a:t>왜 VKS인가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981200"/>
            <a:ext cx="4800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>
                <a:solidFill>
                  <a:srgbClr val="6A6E80"/>
                </a:solidFill>
                <a:latin typeface="Arial"/>
              </a:rPr>
              <a:t>고객 Pain Point →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247900"/>
            <a:ext cx="5219700" cy="9525"/>
          </a:xfrm>
          <a:prstGeom prst="rect">
            <a:avLst/>
          </a:prstGeom>
          <a:solidFill>
            <a:srgbClr val="E3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2700" y="1714500"/>
            <a:ext cx="4191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7A86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1800" y="1714500"/>
            <a:ext cx="48006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1E35"/>
                </a:solidFill>
                <a:latin typeface="Arial"/>
              </a:rPr>
              <a:t>핵심 이점 &amp; 활용 사례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1981200"/>
            <a:ext cx="4800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>
                <a:solidFill>
                  <a:srgbClr val="6A6E80"/>
                </a:solidFill>
                <a:latin typeface="Arial"/>
              </a:rPr>
              <a:t>Benefits · Use Cases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62700" y="2247900"/>
            <a:ext cx="5219700" cy="9525"/>
          </a:xfrm>
          <a:prstGeom prst="rect">
            <a:avLst/>
          </a:prstGeom>
          <a:solidFill>
            <a:srgbClr val="E3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3048000"/>
            <a:ext cx="4191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7A86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3048000"/>
            <a:ext cx="48006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1E35"/>
                </a:solidFill>
                <a:latin typeface="Arial"/>
              </a:rPr>
              <a:t>숫자 가치 &amp; 도입 여정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3314700"/>
            <a:ext cx="4800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>
                <a:solidFill>
                  <a:srgbClr val="6A6E80"/>
                </a:solidFill>
                <a:latin typeface="Arial"/>
              </a:rPr>
              <a:t>성능·스케일 · 3단계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3581400"/>
            <a:ext cx="5219700" cy="9525"/>
          </a:xfrm>
          <a:prstGeom prst="rect">
            <a:avLst/>
          </a:prstGeom>
          <a:solidFill>
            <a:srgbClr val="E3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2700" y="3048000"/>
            <a:ext cx="4191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7A86"/>
                </a:solidFill>
                <a:latin typeface="Arial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1800" y="3048000"/>
            <a:ext cx="48006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1E35"/>
                </a:solidFill>
                <a:latin typeface="Arial"/>
              </a:rPr>
              <a:t>VKS 아키텍처 &amp; 맵핑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3314700"/>
            <a:ext cx="4800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>
                <a:solidFill>
                  <a:srgbClr val="6A6E80"/>
                </a:solidFill>
                <a:latin typeface="Arial"/>
              </a:rPr>
              <a:t>계층 구조 · K8s↔vSphere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62700" y="3581400"/>
            <a:ext cx="5219700" cy="9525"/>
          </a:xfrm>
          <a:prstGeom prst="rect">
            <a:avLst/>
          </a:prstGeom>
          <a:solidFill>
            <a:srgbClr val="E3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600" y="4381500"/>
            <a:ext cx="4191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7A86"/>
                </a:solidFill>
                <a:latin typeface="Arial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" y="4381500"/>
            <a:ext cx="48006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1E35"/>
                </a:solidFill>
                <a:latin typeface="Arial"/>
              </a:rPr>
              <a:t>워크로드 · 서비스 · VKR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" y="4648200"/>
            <a:ext cx="4800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>
                <a:solidFill>
                  <a:srgbClr val="6A6E80"/>
                </a:solidFill>
                <a:latin typeface="Arial"/>
              </a:rPr>
              <a:t>3가지 워크로드 · Service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" y="4914900"/>
            <a:ext cx="5219700" cy="9525"/>
          </a:xfrm>
          <a:prstGeom prst="rect">
            <a:avLst/>
          </a:prstGeom>
          <a:solidFill>
            <a:srgbClr val="E3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2700" y="4381500"/>
            <a:ext cx="4191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7A86"/>
                </a:solidFill>
                <a:latin typeface="Arial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1800" y="4381500"/>
            <a:ext cx="48006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1E35"/>
                </a:solidFill>
                <a:latin typeface="Arial"/>
              </a:rPr>
              <a:t>VCF 9.1 &amp; 버전별 3.5~3.7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1800" y="4648200"/>
            <a:ext cx="4800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>
                <a:solidFill>
                  <a:srgbClr val="6A6E80"/>
                </a:solidFill>
                <a:latin typeface="Arial"/>
              </a:rPr>
              <a:t>DTGW · 신기능 · Add-ons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62700" y="4914900"/>
            <a:ext cx="5219700" cy="9525"/>
          </a:xfrm>
          <a:prstGeom prst="rect">
            <a:avLst/>
          </a:prstGeom>
          <a:solidFill>
            <a:srgbClr val="E3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39300" y="6572250"/>
            <a:ext cx="1181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25" b="0">
                <a:solidFill>
                  <a:srgbClr val="6A6E8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38150"/>
            <a:ext cx="1066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1B1E35"/>
                </a:solidFill>
                <a:latin typeface="Arial"/>
              </a:rPr>
              <a:t>VKS란 무엇인가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57250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A6E80"/>
                </a:solidFill>
                <a:latin typeface="Arial"/>
              </a:rPr>
              <a:t>기존 VMware 가상화 시스템을 쿠버네티스화하여 관리하는 플랫폼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428750"/>
            <a:ext cx="10972800" cy="19050"/>
          </a:xfrm>
          <a:prstGeom prst="rect">
            <a:avLst/>
          </a:prstGeom>
          <a:solidFill>
            <a:srgbClr val="00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5543" y="2122235"/>
            <a:ext cx="6718227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74" b="1">
                <a:solidFill>
                  <a:srgbClr val="1B1E35"/>
                </a:solidFill>
                <a:latin typeface="Arial"/>
              </a:rPr>
              <a:t>VKS = 기존 VMware 가상화(vSphere)를 통째로 쿠버네티스 플랫폼으로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5543" y="2488257"/>
            <a:ext cx="6247965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7" b="0">
                <a:solidFill>
                  <a:srgbClr val="4B4F63"/>
                </a:solidFill>
                <a:latin typeface="Arial"/>
              </a:rPr>
              <a:t>이미 운영 중인 vSphere·ESXi 위에서 K8s를 네이티브로 제공 → VM과 컨테이너를 하나의 인프라에서 관리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5543" y="3015343"/>
            <a:ext cx="3037114" cy="1469571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3062">
            <a:solidFill>
              <a:srgbClr val="CF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1486" y="3254001"/>
            <a:ext cx="1614308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1">
                <a:solidFill>
                  <a:srgbClr val="1B1E35"/>
                </a:solidFill>
                <a:latin typeface="Arial"/>
              </a:rPr>
              <a:t>기존 VMware 가상화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1486" y="3603563"/>
            <a:ext cx="2184893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2" b="1">
                <a:solidFill>
                  <a:srgbClr val="4B4F63"/>
                </a:solidFill>
                <a:latin typeface="Arial"/>
              </a:rPr>
              <a:t>vSphere · ESXi · vCenter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486" y="3858289"/>
            <a:ext cx="1451283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2" b="1">
                <a:solidFill>
                  <a:srgbClr val="4B4F63"/>
                </a:solidFill>
                <a:latin typeface="Arial"/>
              </a:rPr>
              <a:t>가상 머신(VM) 중심 운영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486" y="4113015"/>
            <a:ext cx="1858845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2" b="1">
                <a:solidFill>
                  <a:srgbClr val="4B4F63"/>
                </a:solidFill>
                <a:latin typeface="Arial"/>
              </a:rPr>
              <a:t>익숙한 DRS · vSAN · NSX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6868" y="3536551"/>
            <a:ext cx="479407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85" b="1">
                <a:solidFill>
                  <a:srgbClr val="9AA0B4"/>
                </a:solidFill>
                <a:latin typeface="Arial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0486" y="3015343"/>
            <a:ext cx="3037114" cy="1469571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 w="13062">
            <a:solidFill>
              <a:srgbClr val="00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429" y="3254001"/>
            <a:ext cx="1081343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1">
                <a:solidFill>
                  <a:srgbClr val="007A86"/>
                </a:solidFill>
                <a:latin typeface="Arial"/>
              </a:rPr>
              <a:t>쿠버네티스 내장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429" y="3603563"/>
            <a:ext cx="1369771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2" b="1">
                <a:solidFill>
                  <a:srgbClr val="4B4F63"/>
                </a:solidFill>
                <a:latin typeface="Arial"/>
              </a:rPr>
              <a:t>Supervisor 활성화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429" y="3858289"/>
            <a:ext cx="1369771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2" b="1">
                <a:solidFill>
                  <a:srgbClr val="4B4F63"/>
                </a:solidFill>
                <a:latin typeface="Arial"/>
              </a:rPr>
              <a:t>K8s 컨트롤 플레인 제공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429" y="4113015"/>
            <a:ext cx="1858845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2" b="1">
                <a:solidFill>
                  <a:srgbClr val="4B4F63"/>
                </a:solidFill>
                <a:latin typeface="Arial"/>
              </a:rPr>
              <a:t>vCenter에서 클러스터 프로비저닝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1811" y="3536551"/>
            <a:ext cx="479407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85" b="1">
                <a:solidFill>
                  <a:srgbClr val="9AA0B4"/>
                </a:solidFill>
                <a:latin typeface="Arial"/>
              </a:rPr>
              <a:t>=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5429" y="3015343"/>
            <a:ext cx="3331029" cy="1469571"/>
          </a:xfrm>
          <a:prstGeom prst="roundRect">
            <a:avLst>
              <a:gd name="adj" fmla="val 8000"/>
            </a:avLst>
          </a:prstGeom>
          <a:solidFill>
            <a:srgbClr val="F0F7E6"/>
          </a:solidFill>
          <a:ln w="19594">
            <a:solidFill>
              <a:srgbClr val="61A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1371" y="3254001"/>
            <a:ext cx="1294529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1">
                <a:solidFill>
                  <a:srgbClr val="4A7C00"/>
                </a:solidFill>
                <a:latin typeface="Arial"/>
              </a:rPr>
              <a:t>VKS 통합 플랫폼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1371" y="3603563"/>
            <a:ext cx="1369771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2" b="1">
                <a:solidFill>
                  <a:srgbClr val="4B4F63"/>
                </a:solidFill>
                <a:latin typeface="Arial"/>
              </a:rPr>
              <a:t>VM + 컨테이너 한 환경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1371" y="3858289"/>
            <a:ext cx="2266406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2" b="1">
                <a:solidFill>
                  <a:srgbClr val="4B4F63"/>
                </a:solidFill>
                <a:latin typeface="Arial"/>
              </a:rPr>
              <a:t>표준 K8s API · vCenter 거버넌스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1371" y="4113015"/>
            <a:ext cx="1777332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2" b="1">
                <a:solidFill>
                  <a:srgbClr val="4B4F63"/>
                </a:solidFill>
                <a:latin typeface="Arial"/>
              </a:rPr>
              <a:t>개발자 셀프서비스 · 검증된 K8s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5543" y="4896394"/>
            <a:ext cx="3331029" cy="509451"/>
          </a:xfrm>
          <a:prstGeom prst="roundRect">
            <a:avLst>
              <a:gd name="adj" fmla="val 19230"/>
            </a:avLst>
          </a:prstGeom>
          <a:solidFill>
            <a:srgbClr val="EAF5F6"/>
          </a:solidFill>
          <a:ln w="13062">
            <a:solidFill>
              <a:srgbClr val="B9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66716" y="5083716"/>
            <a:ext cx="1808683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234B4F"/>
                </a:solidFill>
                <a:latin typeface="Arial"/>
              </a:rPr>
              <a:t>익숙한 vSphere 운영 그대로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0486" y="4896394"/>
            <a:ext cx="3037114" cy="509451"/>
          </a:xfrm>
          <a:prstGeom prst="roundRect">
            <a:avLst>
              <a:gd name="adj" fmla="val 19230"/>
            </a:avLst>
          </a:prstGeom>
          <a:solidFill>
            <a:srgbClr val="EAF5F6"/>
          </a:solidFill>
          <a:ln w="13062">
            <a:solidFill>
              <a:srgbClr val="B9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32484" y="5083716"/>
            <a:ext cx="1633118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234B4F"/>
                </a:solidFill>
                <a:latin typeface="Arial"/>
              </a:rPr>
              <a:t>개발자에겐 표준 K8s API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61514" y="4896394"/>
            <a:ext cx="3624943" cy="509451"/>
          </a:xfrm>
          <a:prstGeom prst="roundRect">
            <a:avLst>
              <a:gd name="adj" fmla="val 19230"/>
            </a:avLst>
          </a:prstGeom>
          <a:solidFill>
            <a:srgbClr val="EAF5F6"/>
          </a:solidFill>
          <a:ln w="13062">
            <a:solidFill>
              <a:srgbClr val="B9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01318" y="5083716"/>
            <a:ext cx="1545336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234B4F"/>
                </a:solidFill>
                <a:latin typeface="Arial"/>
              </a:rPr>
              <a:t>VM · 컨테이너 통합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9300" y="6572250"/>
            <a:ext cx="1181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25" b="0">
                <a:solidFill>
                  <a:srgbClr val="6A6E8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38150"/>
            <a:ext cx="1066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1B1E35"/>
                </a:solidFill>
                <a:latin typeface="Arial"/>
              </a:rPr>
              <a:t>왜 VKS인가 — 고객의 고민과 해결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57250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A6E80"/>
                </a:solidFill>
                <a:latin typeface="Arial"/>
              </a:rPr>
              <a:t>이미 운영 중인 vSphere를 그대로 쿠버네티스 플랫폼으로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428750"/>
            <a:ext cx="10972800" cy="19050"/>
          </a:xfrm>
          <a:prstGeom prst="rect">
            <a:avLst/>
          </a:prstGeom>
          <a:solidFill>
            <a:srgbClr val="00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676400"/>
          <a:ext cx="10972800" cy="21907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608576"/>
                <a:gridCol w="6364224"/>
              </a:tblGrid>
              <a:tr h="3651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기존 고민 (Pain Point)</a:t>
                      </a:r>
                    </a:p>
                  </a:txBody>
                  <a:tcPr marL="114300" marR="76200" marT="57150" marB="57150" anchor="ctr">
                    <a:solidFill>
                      <a:srgbClr val="1B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VKS의 해결</a:t>
                      </a:r>
                    </a:p>
                  </a:txBody>
                  <a:tcPr marL="114300" marR="76200" marT="57150" marB="57150" anchor="ctr">
                    <a:solidFill>
                      <a:srgbClr val="1B1E35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7A86"/>
                          </a:solidFill>
                          <a:latin typeface="Arial"/>
                        </a:rPr>
                        <a:t>컨테이너용 K8s를 별도 구축·운영 (사일로·이중 투자)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C3047"/>
                          </a:solidFill>
                          <a:latin typeface="Arial"/>
                        </a:rPr>
                        <a:t>vSphere 위에서 K8s 네이티브 제공 — 기존 인프라 재사용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7A86"/>
                          </a:solidFill>
                          <a:latin typeface="Arial"/>
                        </a:rPr>
                        <a:t>개발팀 셀프서비스 요구 vs 인프라팀 통제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C3047"/>
                          </a:solidFill>
                          <a:latin typeface="Arial"/>
                        </a:rPr>
                        <a:t>개발자 표준 K8s API, 관리자 vCenter 거버넌스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7A86"/>
                          </a:solidFill>
                          <a:latin typeface="Arial"/>
                        </a:rPr>
                        <a:t>K8s 버전·애드온 파편화, 보안 패치 부담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C3047"/>
                          </a:solidFill>
                          <a:latin typeface="Arial"/>
                        </a:rPr>
                        <a:t>검증된 VKr 번들 + 24개월 지원 라이프사이클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7A86"/>
                          </a:solidFill>
                          <a:latin typeface="Arial"/>
                        </a:rPr>
                        <a:t>규제·에어갭 환경의 컨테이너 도입 난이도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C3047"/>
                          </a:solidFill>
                          <a:latin typeface="Arial"/>
                        </a:rPr>
                        <a:t>VCF 9.1 내장 Software Depot 기반 에어갭 배포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7A86"/>
                          </a:solidFill>
                          <a:latin typeface="Arial"/>
                        </a:rPr>
                        <a:t>클라우드 대비 비용·거버넌스 가시성 부족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C3047"/>
                          </a:solidFill>
                          <a:latin typeface="Arial"/>
                        </a:rPr>
                        <a:t>FinOps 비용 분석 + 지속 컴플라이언스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639300" y="6572250"/>
            <a:ext cx="1181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25" b="0">
                <a:solidFill>
                  <a:srgbClr val="6A6E8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38150"/>
            <a:ext cx="1066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1B1E35"/>
                </a:solidFill>
                <a:latin typeface="Arial"/>
              </a:rPr>
              <a:t>핵심 이점 &amp; 활용 사례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57250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A6E80"/>
                </a:solidFill>
                <a:latin typeface="Arial"/>
              </a:rPr>
              <a:t>고객이 얻는 가치와 대표 도입 시나리오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428750"/>
            <a:ext cx="10972800" cy="19050"/>
          </a:xfrm>
          <a:prstGeom prst="rect">
            <a:avLst/>
          </a:prstGeom>
          <a:solidFill>
            <a:srgbClr val="00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1562100"/>
            <a:ext cx="5362575" cy="445770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8200" y="1771650"/>
            <a:ext cx="796290" cy="209550"/>
          </a:xfrm>
          <a:prstGeom prst="roundRect">
            <a:avLst>
              <a:gd name="adj" fmla="val 50000"/>
            </a:avLst>
          </a:prstGeom>
          <a:solidFill>
            <a:srgbClr val="61A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1771650"/>
            <a:ext cx="79629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25" b="1">
                <a:solidFill>
                  <a:srgbClr val="FFFFFF"/>
                </a:solidFill>
                <a:latin typeface="Arial"/>
              </a:rPr>
              <a:t>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095500"/>
            <a:ext cx="49053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1E35"/>
                </a:solidFill>
                <a:latin typeface="Arial"/>
              </a:rPr>
              <a:t>핵심 이점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2438400"/>
            <a:ext cx="4886325" cy="3467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87" b="0">
                <a:solidFill>
                  <a:srgbClr val="007A86"/>
                </a:solidFill>
                <a:latin typeface="Arial"/>
              </a:rPr>
              <a:t>•  </a:t>
            </a:r>
            <a:r>
              <a:rPr sz="1087" b="1">
                <a:solidFill>
                  <a:srgbClr val="1B1E35"/>
                </a:solidFill>
                <a:latin typeface="Arial"/>
              </a:rPr>
              <a:t>익숙한 운영 </a:t>
            </a:r>
            <a:r>
              <a:rPr sz="1087" b="0">
                <a:solidFill>
                  <a:srgbClr val="4B4F63"/>
                </a:solidFill>
                <a:latin typeface="Arial"/>
              </a:rPr>
              <a:t>— vCenter·DRS·vSAN·NSX 그대로</a:t>
            </a:r>
          </a:p>
          <a:p>
            <a:pPr algn="l">
              <a:lnSpc>
                <a:spcPct val="118000"/>
              </a:lnSpc>
            </a:pPr>
            <a:r>
              <a:rPr sz="1087" b="0">
                <a:solidFill>
                  <a:srgbClr val="007A86"/>
                </a:solidFill>
                <a:latin typeface="Arial"/>
              </a:rPr>
              <a:t>•  </a:t>
            </a:r>
            <a:r>
              <a:rPr sz="1087" b="1">
                <a:solidFill>
                  <a:srgbClr val="1B1E35"/>
                </a:solidFill>
                <a:latin typeface="Arial"/>
              </a:rPr>
              <a:t>개발자 셀프서비스 </a:t>
            </a:r>
            <a:r>
              <a:rPr sz="1087" b="0">
                <a:solidFill>
                  <a:srgbClr val="4B4F63"/>
                </a:solidFill>
                <a:latin typeface="Arial"/>
              </a:rPr>
              <a:t>— 네임스페이스→온디맨드</a:t>
            </a:r>
          </a:p>
          <a:p>
            <a:pPr algn="l">
              <a:lnSpc>
                <a:spcPct val="118000"/>
              </a:lnSpc>
            </a:pPr>
            <a:r>
              <a:rPr sz="1087" b="0">
                <a:solidFill>
                  <a:srgbClr val="007A86"/>
                </a:solidFill>
                <a:latin typeface="Arial"/>
              </a:rPr>
              <a:t>•  </a:t>
            </a:r>
            <a:r>
              <a:rPr sz="1087" b="1">
                <a:solidFill>
                  <a:srgbClr val="1B1E35"/>
                </a:solidFill>
                <a:latin typeface="Arial"/>
              </a:rPr>
              <a:t>엔터프라이즈 보안 </a:t>
            </a:r>
            <a:r>
              <a:rPr sz="1087" b="0">
                <a:solidFill>
                  <a:srgbClr val="4B4F63"/>
                </a:solidFill>
                <a:latin typeface="Arial"/>
              </a:rPr>
              <a:t>— vPod 격리·CIS/STIG·OIDC</a:t>
            </a:r>
          </a:p>
          <a:p>
            <a:pPr algn="l">
              <a:lnSpc>
                <a:spcPct val="118000"/>
              </a:lnSpc>
            </a:pPr>
            <a:r>
              <a:rPr sz="1087" b="0">
                <a:solidFill>
                  <a:srgbClr val="007A86"/>
                </a:solidFill>
                <a:latin typeface="Arial"/>
              </a:rPr>
              <a:t>•  </a:t>
            </a:r>
            <a:r>
              <a:rPr sz="1087" b="1">
                <a:solidFill>
                  <a:srgbClr val="1B1E35"/>
                </a:solidFill>
                <a:latin typeface="Arial"/>
              </a:rPr>
              <a:t>검증된 안정성 </a:t>
            </a:r>
            <a:r>
              <a:rPr sz="1087" b="0">
                <a:solidFill>
                  <a:srgbClr val="4B4F63"/>
                </a:solidFill>
                <a:latin typeface="Arial"/>
              </a:rPr>
              <a:t>— CNCF + Broadcom 검증 애드온</a:t>
            </a:r>
          </a:p>
          <a:p>
            <a:pPr algn="l">
              <a:lnSpc>
                <a:spcPct val="118000"/>
              </a:lnSpc>
            </a:pPr>
            <a:r>
              <a:rPr sz="1087" b="0">
                <a:solidFill>
                  <a:srgbClr val="007A86"/>
                </a:solidFill>
                <a:latin typeface="Arial"/>
              </a:rPr>
              <a:t>•  </a:t>
            </a:r>
            <a:r>
              <a:rPr sz="1087" b="1">
                <a:solidFill>
                  <a:srgbClr val="1B1E35"/>
                </a:solidFill>
                <a:latin typeface="Arial"/>
              </a:rPr>
              <a:t>경제성 </a:t>
            </a:r>
            <a:r>
              <a:rPr sz="1087" b="0">
                <a:solidFill>
                  <a:srgbClr val="4B4F63"/>
                </a:solidFill>
                <a:latin typeface="Arial"/>
              </a:rPr>
              <a:t>— 기존 HW·라이선스 재사용, 비용 showback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9825" y="1562100"/>
            <a:ext cx="5362575" cy="445770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48425" y="1771650"/>
            <a:ext cx="864870" cy="209550"/>
          </a:xfrm>
          <a:prstGeom prst="roundRect">
            <a:avLst>
              <a:gd name="adj" fmla="val 50000"/>
            </a:avLst>
          </a:prstGeom>
          <a:solidFill>
            <a:srgbClr val="6C4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8425" y="1771650"/>
            <a:ext cx="86487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25" b="1">
                <a:solidFill>
                  <a:srgbClr val="FFFFFF"/>
                </a:solidFill>
                <a:latin typeface="Arial"/>
              </a:rPr>
              <a:t>USE CASES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8425" y="2095500"/>
            <a:ext cx="49053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1E35"/>
                </a:solidFill>
                <a:latin typeface="Arial"/>
              </a:rPr>
              <a:t>이런 고객에게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7475" y="2438400"/>
            <a:ext cx="4886325" cy="3467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87" b="0">
                <a:solidFill>
                  <a:srgbClr val="007A86"/>
                </a:solidFill>
                <a:latin typeface="Arial"/>
              </a:rPr>
              <a:t>•  </a:t>
            </a:r>
            <a:r>
              <a:rPr sz="1087" b="1">
                <a:solidFill>
                  <a:srgbClr val="1B1E35"/>
                </a:solidFill>
                <a:latin typeface="Arial"/>
              </a:rPr>
              <a:t>앱 현대화 </a:t>
            </a:r>
            <a:r>
              <a:rPr sz="1087" b="0">
                <a:solidFill>
                  <a:srgbClr val="4B4F63"/>
                </a:solidFill>
                <a:latin typeface="Arial"/>
              </a:rPr>
              <a:t>— 레거시 VM + 신규 컨테이너 통합</a:t>
            </a:r>
          </a:p>
          <a:p>
            <a:pPr algn="l">
              <a:lnSpc>
                <a:spcPct val="118000"/>
              </a:lnSpc>
            </a:pPr>
            <a:r>
              <a:rPr sz="1087" b="0">
                <a:solidFill>
                  <a:srgbClr val="007A86"/>
                </a:solidFill>
                <a:latin typeface="Arial"/>
              </a:rPr>
              <a:t>•  </a:t>
            </a:r>
            <a:r>
              <a:rPr sz="1087" b="1">
                <a:solidFill>
                  <a:srgbClr val="1B1E35"/>
                </a:solidFill>
                <a:latin typeface="Arial"/>
              </a:rPr>
              <a:t>AI/ML </a:t>
            </a:r>
            <a:r>
              <a:rPr sz="1087" b="0">
                <a:solidFill>
                  <a:srgbClr val="4B4F63"/>
                </a:solidFill>
                <a:latin typeface="Arial"/>
              </a:rPr>
              <a:t>— Custom Zone + 지능형 배치로 GPU 격리</a:t>
            </a:r>
          </a:p>
          <a:p>
            <a:pPr algn="l">
              <a:lnSpc>
                <a:spcPct val="118000"/>
              </a:lnSpc>
            </a:pPr>
            <a:r>
              <a:rPr sz="1087" b="0">
                <a:solidFill>
                  <a:srgbClr val="007A86"/>
                </a:solidFill>
                <a:latin typeface="Arial"/>
              </a:rPr>
              <a:t>•  </a:t>
            </a:r>
            <a:r>
              <a:rPr sz="1087" b="1">
                <a:solidFill>
                  <a:srgbClr val="1B1E35"/>
                </a:solidFill>
                <a:latin typeface="Arial"/>
              </a:rPr>
              <a:t>Telco/5G </a:t>
            </a:r>
            <a:r>
              <a:rPr sz="1087" b="0">
                <a:solidFill>
                  <a:srgbClr val="4B4F63"/>
                </a:solidFill>
                <a:latin typeface="Arial"/>
              </a:rPr>
              <a:t>— SR-IOV·DPDK 보조 NIC로 CNF 고성능</a:t>
            </a:r>
          </a:p>
          <a:p>
            <a:pPr algn="l">
              <a:lnSpc>
                <a:spcPct val="118000"/>
              </a:lnSpc>
            </a:pPr>
            <a:r>
              <a:rPr sz="1087" b="0">
                <a:solidFill>
                  <a:srgbClr val="007A86"/>
                </a:solidFill>
                <a:latin typeface="Arial"/>
              </a:rPr>
              <a:t>•  </a:t>
            </a:r>
            <a:r>
              <a:rPr sz="1087" b="1">
                <a:solidFill>
                  <a:srgbClr val="1B1E35"/>
                </a:solidFill>
                <a:latin typeface="Arial"/>
              </a:rPr>
              <a:t>멀티테넌시/CSP </a:t>
            </a:r>
            <a:r>
              <a:rPr sz="1087" b="0">
                <a:solidFill>
                  <a:srgbClr val="4B4F63"/>
                </a:solidFill>
                <a:latin typeface="Arial"/>
              </a:rPr>
              <a:t>— 테넌트별 키·다중 네트워크·500 스케일</a:t>
            </a:r>
          </a:p>
          <a:p>
            <a:pPr algn="l">
              <a:lnSpc>
                <a:spcPct val="118000"/>
              </a:lnSpc>
            </a:pPr>
            <a:r>
              <a:rPr sz="1087" b="0">
                <a:solidFill>
                  <a:srgbClr val="007A86"/>
                </a:solidFill>
                <a:latin typeface="Arial"/>
              </a:rPr>
              <a:t>•  </a:t>
            </a:r>
            <a:r>
              <a:rPr sz="1087" b="1">
                <a:solidFill>
                  <a:srgbClr val="1B1E35"/>
                </a:solidFill>
                <a:latin typeface="Arial"/>
              </a:rPr>
              <a:t>규제·에어갭 </a:t>
            </a:r>
            <a:r>
              <a:rPr sz="1087" b="0">
                <a:solidFill>
                  <a:srgbClr val="4B4F63"/>
                </a:solidFill>
                <a:latin typeface="Arial"/>
              </a:rPr>
              <a:t>— 인터넷 차단 환경 안전 배포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39300" y="6572250"/>
            <a:ext cx="1181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25" b="0">
                <a:solidFill>
                  <a:srgbClr val="6A6E8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38150"/>
            <a:ext cx="1066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1B1E35"/>
                </a:solidFill>
                <a:latin typeface="Arial"/>
              </a:rPr>
              <a:t>VKS 아키텍처 — 계층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57250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A6E80"/>
                </a:solidFill>
                <a:latin typeface="Arial"/>
              </a:rPr>
              <a:t>vSphere에 내장된 쿠버네티스 컨트롤 플레인 · 인프라부터 워크로드 클러스터까지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428750"/>
            <a:ext cx="10972800" cy="19050"/>
          </a:xfrm>
          <a:prstGeom prst="rect">
            <a:avLst/>
          </a:prstGeom>
          <a:solidFill>
            <a:srgbClr val="00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543" y="1643743"/>
            <a:ext cx="10580914" cy="1763486"/>
          </a:xfrm>
          <a:prstGeom prst="roundRect">
            <a:avLst>
              <a:gd name="adj" fmla="val 7777"/>
            </a:avLst>
          </a:prstGeom>
          <a:solidFill>
            <a:srgbClr val="F3EEF7"/>
          </a:solidFill>
          <a:ln w="13062">
            <a:solidFill>
              <a:srgbClr val="6C4B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0674" y="1829497"/>
            <a:ext cx="1582957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5" b="1">
                <a:solidFill>
                  <a:srgbClr val="6A6E80"/>
                </a:solidFill>
                <a:latin typeface="Arial"/>
              </a:rPr>
              <a:t>WORKLOAD · 개발팀이 사용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674" y="2012115"/>
            <a:ext cx="499393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42" b="1">
                <a:solidFill>
                  <a:srgbClr val="6C4B8F"/>
                </a:solidFill>
                <a:latin typeface="Arial"/>
              </a:rPr>
              <a:t>VKS 워크로드 클러스터 (Guest / TKG · 버전단위 VKr)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0674" y="2388326"/>
            <a:ext cx="3233057" cy="842554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13062">
            <a:solidFill>
              <a:srgbClr val="CBB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6617" y="2557620"/>
            <a:ext cx="133215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34" b="1">
                <a:solidFill>
                  <a:srgbClr val="1B1E35"/>
                </a:solidFill>
                <a:latin typeface="Arial"/>
              </a:rPr>
              <a:t>VM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6617" y="2828805"/>
            <a:ext cx="1582957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5" b="0">
                <a:solidFill>
                  <a:srgbClr val="6A6E80"/>
                </a:solidFill>
                <a:latin typeface="Arial"/>
              </a:rPr>
              <a:t>전통 VM을 K8s API로 관리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269" y="2388326"/>
            <a:ext cx="3233057" cy="842554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13062">
            <a:solidFill>
              <a:srgbClr val="CBB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5211" y="2557620"/>
            <a:ext cx="629891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34" b="1">
                <a:solidFill>
                  <a:srgbClr val="1B1E35"/>
                </a:solidFill>
                <a:latin typeface="Arial"/>
              </a:rPr>
              <a:t>vPod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5211" y="2828805"/>
            <a:ext cx="180868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5" b="0">
                <a:solidFill>
                  <a:srgbClr val="6A6E80"/>
                </a:solidFill>
                <a:latin typeface="Arial"/>
              </a:rPr>
              <a:t>ESXi 위 직접 실행 네이티브 Pod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37863" y="2388326"/>
            <a:ext cx="3233057" cy="842554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13062">
            <a:solidFill>
              <a:srgbClr val="CBB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3806" y="2557620"/>
            <a:ext cx="133215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34" b="1">
                <a:solidFill>
                  <a:srgbClr val="1B1E35"/>
                </a:solidFill>
                <a:latin typeface="Arial"/>
              </a:rPr>
              <a:t>VKS Cluster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3806" y="2828805"/>
            <a:ext cx="218489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5" b="0">
                <a:solidFill>
                  <a:srgbClr val="6A6E80"/>
                </a:solidFill>
                <a:latin typeface="Arial"/>
              </a:rPr>
              <a:t>독립 업스트림 K8s (CP+Worker VM)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3407229"/>
            <a:ext cx="0" cy="235131"/>
          </a:xfrm>
          <a:prstGeom prst="bentConnector3">
            <a:avLst/>
          </a:prstGeom>
          <a:ln w="26125">
            <a:solidFill>
              <a:srgbClr val="9AA0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6037217" y="3563983"/>
            <a:ext cx="117566" cy="78377"/>
          </a:xfrm>
          <a:custGeom>
            <a:avLst/>
            <a:gdLst/>
            <a:ahLst/>
            <a:cxnLst/>
            <a:rect l="l" t="t" r="r" b="b"/>
            <a:pathLst>
              <a:path w="117566" h="78377">
                <a:moveTo>
                  <a:pt x="58783" y="78377"/>
                </a:moveTo>
                <a:lnTo>
                  <a:pt x="0" y="0"/>
                </a:lnTo>
                <a:lnTo>
                  <a:pt x="117566" y="0"/>
                </a:lnTo>
                <a:close/>
              </a:path>
            </a:pathLst>
          </a:custGeom>
          <a:solidFill>
            <a:srgbClr val="9A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2754" y="3475417"/>
            <a:ext cx="1281989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5" b="0">
                <a:solidFill>
                  <a:srgbClr val="6A6E80"/>
                </a:solidFill>
                <a:latin typeface="Arial"/>
              </a:rPr>
              <a:t>프로비저닝 · 라이프사이클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5543" y="3720737"/>
            <a:ext cx="10580914" cy="940526"/>
          </a:xfrm>
          <a:prstGeom prst="roundRect">
            <a:avLst>
              <a:gd name="adj" fmla="val 14583"/>
            </a:avLst>
          </a:prstGeom>
          <a:solidFill>
            <a:srgbClr val="EEF6F7"/>
          </a:solidFill>
          <a:ln w="13062">
            <a:solidFill>
              <a:srgbClr val="00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0674" y="3906491"/>
            <a:ext cx="1206747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5" b="1">
                <a:solidFill>
                  <a:srgbClr val="6A6E80"/>
                </a:solidFill>
                <a:latin typeface="Arial"/>
              </a:rPr>
              <a:t>CONTROL PLANE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674" y="4108704"/>
            <a:ext cx="3739896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42" b="1">
                <a:solidFill>
                  <a:srgbClr val="007A86"/>
                </a:solidFill>
                <a:latin typeface="Arial"/>
              </a:rPr>
              <a:t>Supervisor — 관리용 K8s 컨트롤 플레인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674" y="4388119"/>
            <a:ext cx="6900062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4B4F63"/>
                </a:solidFill>
                <a:latin typeface="Arial"/>
              </a:rPr>
              <a:t>vCenter 내 프로비저닝 · vSphere Namespace로 테넌시·쿼터·정책 경계 · CAPI/CAPV + ClusterClass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96000" y="4661263"/>
            <a:ext cx="0" cy="235131"/>
          </a:xfrm>
          <a:prstGeom prst="bentConnector3">
            <a:avLst/>
          </a:prstGeom>
          <a:ln w="26125">
            <a:solidFill>
              <a:srgbClr val="9AA0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6037217" y="4818017"/>
            <a:ext cx="117566" cy="78377"/>
          </a:xfrm>
          <a:custGeom>
            <a:avLst/>
            <a:gdLst/>
            <a:ahLst/>
            <a:cxnLst/>
            <a:rect l="l" t="t" r="r" b="b"/>
            <a:pathLst>
              <a:path w="117566" h="78377">
                <a:moveTo>
                  <a:pt x="58783" y="78377"/>
                </a:moveTo>
                <a:lnTo>
                  <a:pt x="0" y="0"/>
                </a:lnTo>
                <a:lnTo>
                  <a:pt x="117566" y="0"/>
                </a:lnTo>
                <a:close/>
              </a:path>
            </a:pathLst>
          </a:custGeom>
          <a:solidFill>
            <a:srgbClr val="9A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5543" y="4974771"/>
            <a:ext cx="10580914" cy="940526"/>
          </a:xfrm>
          <a:prstGeom prst="roundRect">
            <a:avLst>
              <a:gd name="adj" fmla="val 14583"/>
            </a:avLst>
          </a:prstGeom>
          <a:solidFill>
            <a:srgbClr val="F2F2F2"/>
          </a:solidFill>
          <a:ln w="13062">
            <a:solidFill>
              <a:srgbClr val="CF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0674" y="5160525"/>
            <a:ext cx="1281989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5" b="1">
                <a:solidFill>
                  <a:srgbClr val="6A6E80"/>
                </a:solidFill>
                <a:latin typeface="Arial"/>
              </a:rPr>
              <a:t>INFRASTRUCTURE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0674" y="5362738"/>
            <a:ext cx="198424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42" b="1">
                <a:solidFill>
                  <a:srgbClr val="1B1E35"/>
                </a:solidFill>
                <a:latin typeface="Arial"/>
              </a:rPr>
              <a:t>vSphere / ESXi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0674" y="5642153"/>
            <a:ext cx="6110021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4B4F63"/>
                </a:solidFill>
                <a:latin typeface="Arial"/>
              </a:rPr>
              <a:t>컴퓨트·스토리지·네트워크 기반 · 각 ESXi가 Spherelet(Kubelet의 vSphere 구현)으로 워커처럼 동작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9300" y="6572250"/>
            <a:ext cx="1181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25" b="0">
                <a:solidFill>
                  <a:srgbClr val="6A6E8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38150"/>
            <a:ext cx="1066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1B1E35"/>
                </a:solidFill>
                <a:latin typeface="Arial"/>
              </a:rPr>
              <a:t>인프라 · Supervisor · VKS 계층 스택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57250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A6E80"/>
                </a:solidFill>
                <a:latin typeface="Arial"/>
              </a:rPr>
              <a:t>아래에서 위로 — 하위 계층이 상위 계층을 떠받치고, 상위는 표준 K8s API로 소비한다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428750"/>
            <a:ext cx="10972800" cy="19050"/>
          </a:xfrm>
          <a:prstGeom prst="rect">
            <a:avLst/>
          </a:prstGeom>
          <a:solidFill>
            <a:srgbClr val="00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543" y="1702526"/>
            <a:ext cx="10189029" cy="1469571"/>
          </a:xfrm>
          <a:prstGeom prst="roundRect">
            <a:avLst>
              <a:gd name="adj" fmla="val 9333"/>
            </a:avLst>
          </a:prstGeom>
          <a:solidFill>
            <a:srgbClr val="F3EEF7"/>
          </a:solidFill>
          <a:ln w="13062">
            <a:solidFill>
              <a:srgbClr val="6C4B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5543" y="1702526"/>
            <a:ext cx="78377" cy="1469571"/>
          </a:xfrm>
          <a:prstGeom prst="roundRect">
            <a:avLst>
              <a:gd name="adj" fmla="val 50000"/>
            </a:avLst>
          </a:prstGeom>
          <a:solidFill>
            <a:srgbClr val="6C4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0674" y="1877699"/>
            <a:ext cx="2159813" cy="1508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8" b="1">
                <a:solidFill>
                  <a:srgbClr val="6A6E80"/>
                </a:solidFill>
                <a:latin typeface="Arial"/>
              </a:rPr>
              <a:t>LAYER 3 · 소비 (개발팀 · 플랫폼 사용자)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674" y="2061885"/>
            <a:ext cx="4442155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1">
                <a:solidFill>
                  <a:srgbClr val="6C4B8F"/>
                </a:solidFill>
                <a:latin typeface="Arial"/>
              </a:rPr>
              <a:t>VKS — vSphere Kubernetes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674" y="2345022"/>
            <a:ext cx="4122376" cy="1851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1" b="0">
                <a:solidFill>
                  <a:srgbClr val="4B4F63"/>
                </a:solidFill>
                <a:latin typeface="Arial"/>
              </a:rPr>
              <a:t>Supervisor가 배포하는 워크로드 · 표준 K8s API로 온디맨드 셀프서비스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0674" y="2603863"/>
            <a:ext cx="3135086" cy="450669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3062">
            <a:solidFill>
              <a:srgbClr val="CBB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97429" y="2742982"/>
            <a:ext cx="1263178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7" b="1">
                <a:solidFill>
                  <a:srgbClr val="1B1E35"/>
                </a:solidFill>
                <a:latin typeface="Arial"/>
              </a:rPr>
              <a:t>VKS Cluster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9029" y="2756502"/>
            <a:ext cx="1921546" cy="1851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1" b="0">
                <a:solidFill>
                  <a:srgbClr val="4B4F63"/>
                </a:solidFill>
                <a:latin typeface="Arial"/>
              </a:rPr>
              <a:t>Guest/TKG · 업스트림 K8s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2514" y="2603863"/>
            <a:ext cx="2939143" cy="450669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3062">
            <a:solidFill>
              <a:srgbClr val="CBB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9269" y="2742982"/>
            <a:ext cx="60481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7" b="1">
                <a:solidFill>
                  <a:srgbClr val="1B1E35"/>
                </a:solidFill>
                <a:latin typeface="Arial"/>
              </a:rPr>
              <a:t>vPod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4257" y="2756502"/>
            <a:ext cx="1329015" cy="1851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1" b="0">
                <a:solidFill>
                  <a:srgbClr val="4B4F63"/>
                </a:solidFill>
                <a:latin typeface="Arial"/>
              </a:rPr>
              <a:t>ESXi 네이티브 Pod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28411" y="2603863"/>
            <a:ext cx="3331029" cy="450669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3062">
            <a:solidFill>
              <a:srgbClr val="CBB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5166" y="2742982"/>
            <a:ext cx="1263178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7" b="1">
                <a:solidFill>
                  <a:srgbClr val="1B1E35"/>
                </a:solidFill>
                <a:latin typeface="Arial"/>
              </a:rPr>
              <a:t>VM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7171" y="2756502"/>
            <a:ext cx="1498310" cy="1851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1" b="0">
                <a:solidFill>
                  <a:srgbClr val="4B4F63"/>
                </a:solidFill>
                <a:latin typeface="Arial"/>
              </a:rPr>
              <a:t>VM을 K8s API로 관리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56811" y="3172097"/>
            <a:ext cx="0" cy="195943"/>
          </a:xfrm>
          <a:prstGeom prst="bentConnector3">
            <a:avLst/>
          </a:prstGeom>
          <a:ln w="32657">
            <a:solidFill>
              <a:srgbClr val="9AA0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reeform 19"/>
          <p:cNvSpPr/>
          <p:nvPr/>
        </p:nvSpPr>
        <p:spPr>
          <a:xfrm>
            <a:off x="5998029" y="3279866"/>
            <a:ext cx="117565" cy="88174"/>
          </a:xfrm>
          <a:custGeom>
            <a:avLst/>
            <a:gdLst/>
            <a:ahLst/>
            <a:cxnLst/>
            <a:rect l="l" t="t" r="r" b="b"/>
            <a:pathLst>
              <a:path w="117565" h="88174">
                <a:moveTo>
                  <a:pt x="58782" y="88174"/>
                </a:moveTo>
                <a:lnTo>
                  <a:pt x="0" y="0"/>
                </a:lnTo>
                <a:lnTo>
                  <a:pt x="117565" y="0"/>
                </a:lnTo>
                <a:close/>
              </a:path>
            </a:pathLst>
          </a:custGeom>
          <a:solidFill>
            <a:srgbClr val="9A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3160" y="3240285"/>
            <a:ext cx="143247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5" b="1">
                <a:solidFill>
                  <a:srgbClr val="6A6E80"/>
                </a:solidFill>
                <a:latin typeface="Arial"/>
              </a:rPr>
              <a:t>프로비저닝 · 라이프사이클 ▼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5900057" y="3172097"/>
            <a:ext cx="0" cy="195943"/>
          </a:xfrm>
          <a:prstGeom prst="bentConnector3">
            <a:avLst/>
          </a:prstGeom>
          <a:ln w="32657">
            <a:solidFill>
              <a:srgbClr val="007A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reeform 22"/>
          <p:cNvSpPr/>
          <p:nvPr/>
        </p:nvSpPr>
        <p:spPr>
          <a:xfrm>
            <a:off x="5841274" y="3172097"/>
            <a:ext cx="117566" cy="88174"/>
          </a:xfrm>
          <a:custGeom>
            <a:avLst/>
            <a:gdLst/>
            <a:ahLst/>
            <a:cxnLst/>
            <a:rect l="l" t="t" r="r" b="b"/>
            <a:pathLst>
              <a:path w="117566" h="88174">
                <a:moveTo>
                  <a:pt x="58783" y="0"/>
                </a:moveTo>
                <a:lnTo>
                  <a:pt x="0" y="88174"/>
                </a:lnTo>
                <a:lnTo>
                  <a:pt x="117566" y="88174"/>
                </a:lnTo>
                <a:close/>
              </a:path>
            </a:pathLst>
          </a:custGeom>
          <a:solidFill>
            <a:srgbClr val="00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37524" y="3240285"/>
            <a:ext cx="905779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25" b="1">
                <a:solidFill>
                  <a:srgbClr val="007A86"/>
                </a:solidFill>
                <a:latin typeface="Arial"/>
              </a:rPr>
              <a:t>▲ K8s 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5543" y="3426823"/>
            <a:ext cx="10189029" cy="1097280"/>
          </a:xfrm>
          <a:prstGeom prst="roundRect">
            <a:avLst>
              <a:gd name="adj" fmla="val 12500"/>
            </a:avLst>
          </a:prstGeom>
          <a:solidFill>
            <a:srgbClr val="EEF6F7"/>
          </a:solidFill>
          <a:ln w="13062">
            <a:solidFill>
              <a:srgbClr val="00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5543" y="3426823"/>
            <a:ext cx="78377" cy="1097280"/>
          </a:xfrm>
          <a:prstGeom prst="roundRect">
            <a:avLst>
              <a:gd name="adj" fmla="val 50000"/>
            </a:avLst>
          </a:prstGeom>
          <a:solidFill>
            <a:srgbClr val="00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0674" y="3592199"/>
            <a:ext cx="1745981" cy="1508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8" b="1">
                <a:solidFill>
                  <a:srgbClr val="6A6E80"/>
                </a:solidFill>
                <a:latin typeface="Arial"/>
              </a:rPr>
              <a:t>LAYER 2 · 제어 (플랫폼 운영자)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0674" y="3776385"/>
            <a:ext cx="3915461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1">
                <a:solidFill>
                  <a:srgbClr val="007A86"/>
                </a:solidFill>
                <a:latin typeface="Arial"/>
              </a:rPr>
              <a:t>Supervisor — 관리용 K8s 컨트롤 플레인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0674" y="4079117"/>
            <a:ext cx="4376318" cy="1851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1" b="0">
                <a:solidFill>
                  <a:srgbClr val="4B4F63"/>
                </a:solidFill>
                <a:latin typeface="Arial"/>
              </a:rPr>
              <a:t>vCenter 내 프로비저닝 · vSphere Namespace로 테넌시·쿼터·정책 경계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0674" y="4275059"/>
            <a:ext cx="4714908" cy="1851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1" b="0">
                <a:solidFill>
                  <a:srgbClr val="4B4F63"/>
                </a:solidFill>
                <a:latin typeface="Arial"/>
              </a:rPr>
              <a:t>VKS Service(클러스터 수명주기 자동화) · CAPI/CAPV + ClusterClass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56811" y="4524103"/>
            <a:ext cx="0" cy="195943"/>
          </a:xfrm>
          <a:prstGeom prst="bentConnector3">
            <a:avLst/>
          </a:prstGeom>
          <a:ln w="32657">
            <a:solidFill>
              <a:srgbClr val="9AA0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Freeform 31"/>
          <p:cNvSpPr/>
          <p:nvPr/>
        </p:nvSpPr>
        <p:spPr>
          <a:xfrm>
            <a:off x="5998029" y="4631871"/>
            <a:ext cx="117565" cy="88175"/>
          </a:xfrm>
          <a:custGeom>
            <a:avLst/>
            <a:gdLst/>
            <a:ahLst/>
            <a:cxnLst/>
            <a:rect l="l" t="t" r="r" b="b"/>
            <a:pathLst>
              <a:path w="117565" h="88175">
                <a:moveTo>
                  <a:pt x="58782" y="88175"/>
                </a:moveTo>
                <a:lnTo>
                  <a:pt x="0" y="0"/>
                </a:lnTo>
                <a:lnTo>
                  <a:pt x="117565" y="0"/>
                </a:lnTo>
                <a:close/>
              </a:path>
            </a:pathLst>
          </a:custGeom>
          <a:solidFill>
            <a:srgbClr val="9A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3160" y="4592291"/>
            <a:ext cx="1582957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5" b="1">
                <a:solidFill>
                  <a:srgbClr val="6A6E80"/>
                </a:solidFill>
                <a:latin typeface="Arial"/>
              </a:rPr>
              <a:t>스케줄링 · Spherelet ▼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5900057" y="4524103"/>
            <a:ext cx="0" cy="195943"/>
          </a:xfrm>
          <a:prstGeom prst="bentConnector3">
            <a:avLst/>
          </a:prstGeom>
          <a:ln w="32657">
            <a:solidFill>
              <a:srgbClr val="007A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reeform 34"/>
          <p:cNvSpPr/>
          <p:nvPr/>
        </p:nvSpPr>
        <p:spPr>
          <a:xfrm>
            <a:off x="5841274" y="4524103"/>
            <a:ext cx="117566" cy="88174"/>
          </a:xfrm>
          <a:custGeom>
            <a:avLst/>
            <a:gdLst/>
            <a:ahLst/>
            <a:cxnLst/>
            <a:rect l="l" t="t" r="r" b="b"/>
            <a:pathLst>
              <a:path w="117566" h="88174">
                <a:moveTo>
                  <a:pt x="58783" y="0"/>
                </a:moveTo>
                <a:lnTo>
                  <a:pt x="0" y="88174"/>
                </a:lnTo>
                <a:lnTo>
                  <a:pt x="117566" y="88174"/>
                </a:lnTo>
                <a:close/>
              </a:path>
            </a:pathLst>
          </a:custGeom>
          <a:solidFill>
            <a:srgbClr val="00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6072" y="4592291"/>
            <a:ext cx="1357231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25" b="1">
                <a:solidFill>
                  <a:srgbClr val="007A86"/>
                </a:solidFill>
                <a:latin typeface="Arial"/>
              </a:rPr>
              <a:t>▲ 컴퓨트·스토리지·네트워크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5543" y="4778829"/>
            <a:ext cx="10189029" cy="1214846"/>
          </a:xfrm>
          <a:prstGeom prst="roundRect">
            <a:avLst>
              <a:gd name="adj" fmla="val 11290"/>
            </a:avLst>
          </a:prstGeom>
          <a:solidFill>
            <a:srgbClr val="F2F2F2"/>
          </a:solidFill>
          <a:ln w="13062">
            <a:solidFill>
              <a:srgbClr val="CF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05543" y="4778829"/>
            <a:ext cx="78377" cy="1214846"/>
          </a:xfrm>
          <a:prstGeom prst="roundRect">
            <a:avLst>
              <a:gd name="adj" fmla="val 50000"/>
            </a:avLst>
          </a:prstGeom>
          <a:solidFill>
            <a:srgbClr val="8A8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0674" y="4944204"/>
            <a:ext cx="1608038" cy="1508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8" b="1">
                <a:solidFill>
                  <a:srgbClr val="6A6E80"/>
                </a:solidFill>
                <a:latin typeface="Arial"/>
              </a:rPr>
              <a:t>LAYER 1 · 인프라 (인프라팀)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0674" y="5128391"/>
            <a:ext cx="4310482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1">
                <a:solidFill>
                  <a:srgbClr val="1B1E35"/>
                </a:solidFill>
                <a:latin typeface="Arial"/>
              </a:rPr>
              <a:t>Infrastructure — vSphere / ESXi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0674" y="5431122"/>
            <a:ext cx="4207024" cy="1851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1" b="0">
                <a:solidFill>
                  <a:srgbClr val="4B4F63"/>
                </a:solidFill>
                <a:latin typeface="Arial"/>
              </a:rPr>
              <a:t>컴퓨트 · 스토리지(vSAN/VMFS/NFS) · 네트워크(NSX/VDS) 물리 기반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0674" y="5627065"/>
            <a:ext cx="4545613" cy="1851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1" b="0">
                <a:solidFill>
                  <a:srgbClr val="4B4F63"/>
                </a:solidFill>
                <a:latin typeface="Arial"/>
              </a:rPr>
              <a:t>각 ESXi가 Spherelet(Kubelet의 vSphere 구현)으로 워커 노드처럼 동작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39300" y="6572250"/>
            <a:ext cx="1181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25" b="0">
                <a:solidFill>
                  <a:srgbClr val="6A6E8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38150"/>
            <a:ext cx="1066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1B1E35"/>
                </a:solidFill>
                <a:latin typeface="Arial"/>
              </a:rPr>
              <a:t>구성요소 맵핑 — K8s ↔ vSphere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57250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A6E80"/>
                </a:solidFill>
                <a:latin typeface="Arial"/>
              </a:rPr>
              <a:t>쿠버네티스 논리 구조가 vSphere 물리 자원에 그대로 대응된다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428750"/>
            <a:ext cx="10972800" cy="19050"/>
          </a:xfrm>
          <a:prstGeom prst="rect">
            <a:avLst/>
          </a:prstGeom>
          <a:solidFill>
            <a:srgbClr val="00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676400"/>
          <a:ext cx="10972800" cy="25527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33472"/>
                <a:gridCol w="3291840"/>
                <a:gridCol w="5047488"/>
              </a:tblGrid>
              <a:tr h="36467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Kubernetes 개념</a:t>
                      </a:r>
                    </a:p>
                  </a:txBody>
                  <a:tcPr marL="114300" marR="76200" marT="57150" marB="57150" anchor="ctr">
                    <a:solidFill>
                      <a:srgbClr val="1B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vSphere 구성요소</a:t>
                      </a:r>
                    </a:p>
                  </a:txBody>
                  <a:tcPr marL="114300" marR="76200" marT="57150" marB="57150" anchor="ctr">
                    <a:solidFill>
                      <a:srgbClr val="1B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매핑 설명</a:t>
                      </a:r>
                    </a:p>
                  </a:txBody>
                  <a:tcPr marL="114300" marR="76200" marT="57150" marB="57150" anchor="ctr">
                    <a:solidFill>
                      <a:srgbClr val="1B1E35"/>
                    </a:solidFill>
                  </a:tcPr>
                </a:tc>
              </a:tr>
              <a:tr h="36467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7A86"/>
                          </a:solidFill>
                          <a:latin typeface="Arial"/>
                        </a:rPr>
                        <a:t>Control Plane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C3047"/>
                          </a:solidFill>
                          <a:latin typeface="Arial"/>
                        </a:rPr>
                        <a:t>Supervisor VM (in vCenter)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C3047"/>
                          </a:solidFill>
                          <a:latin typeface="Arial"/>
                        </a:rPr>
                        <a:t>vCenter 내 프로비저닝, K8s 컨트롤 플레인 역할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</a:tr>
              <a:tr h="36467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7A86"/>
                          </a:solidFill>
                          <a:latin typeface="Arial"/>
                        </a:rPr>
                        <a:t>Worker Node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C3047"/>
                          </a:solidFill>
                          <a:latin typeface="Arial"/>
                        </a:rPr>
                        <a:t>ESXi Host + Spherelet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C3047"/>
                          </a:solidFill>
                          <a:latin typeface="Arial"/>
                        </a:rPr>
                        <a:t>Kubelet의 vSphere 구현체로 ESXi가 워커처럼 동작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</a:tr>
              <a:tr h="36467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7A86"/>
                          </a:solidFill>
                          <a:latin typeface="Arial"/>
                        </a:rPr>
                        <a:t>Namespace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C3047"/>
                          </a:solidFill>
                          <a:latin typeface="Arial"/>
                        </a:rPr>
                        <a:t>Resource Pool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C3047"/>
                          </a:solidFill>
                          <a:latin typeface="Arial"/>
                        </a:rPr>
                        <a:t>CPU·메모리 Quota·권한을 하이퍼바이저 레벨서 제어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</a:tr>
              <a:tr h="36467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7A86"/>
                          </a:solidFill>
                          <a:latin typeface="Arial"/>
                        </a:rPr>
                        <a:t>StorageClass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C3047"/>
                          </a:solidFill>
                          <a:latin typeface="Arial"/>
                        </a:rPr>
                        <a:t>Datastore (vSAN/VMFS/NFS)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C3047"/>
                          </a:solidFill>
                          <a:latin typeface="Arial"/>
                        </a:rPr>
                        <a:t>개발자가 스토리지를 손쉽게 동적 호출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</a:tr>
              <a:tr h="36467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7A86"/>
                          </a:solidFill>
                          <a:latin typeface="Arial"/>
                        </a:rPr>
                        <a:t>PersistentVolume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C3047"/>
                          </a:solidFill>
                          <a:latin typeface="Arial"/>
                        </a:rPr>
                        <a:t>VMDK (First Class Disk)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C3047"/>
                          </a:solidFill>
                          <a:latin typeface="Arial"/>
                        </a:rPr>
                        <a:t>PVC 요청이 FCD 가상 디스크로 동적 생성·마운트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</a:tr>
              <a:tr h="36467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7A86"/>
                          </a:solidFill>
                          <a:latin typeface="Arial"/>
                        </a:rPr>
                        <a:t>CNI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C3047"/>
                          </a:solidFill>
                          <a:latin typeface="Arial"/>
                        </a:rPr>
                        <a:t>NSX / VDS Networks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C3047"/>
                          </a:solidFill>
                          <a:latin typeface="Arial"/>
                        </a:rPr>
                        <a:t>논리 스위치·LB·라우터로 가상화되어 패브릭에 매핑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639300" y="6572250"/>
            <a:ext cx="1181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25" b="0">
                <a:solidFill>
                  <a:srgbClr val="6A6E8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38150"/>
            <a:ext cx="1066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1B1E35"/>
                </a:solidFill>
                <a:latin typeface="Arial"/>
              </a:rPr>
              <a:t>Supervisor가 배포하는 3가지 워크로드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57250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A6E80"/>
                </a:solidFill>
                <a:latin typeface="Arial"/>
              </a:rPr>
              <a:t>전통 VM부터 하이퍼바이저 네이티브 Pod, 완전한 게스트 클러스터까지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428750"/>
            <a:ext cx="10972800" cy="19050"/>
          </a:xfrm>
          <a:prstGeom prst="rect">
            <a:avLst/>
          </a:prstGeom>
          <a:solidFill>
            <a:srgbClr val="00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1562100"/>
            <a:ext cx="3530918" cy="445770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8200" y="1771650"/>
            <a:ext cx="1002030" cy="209550"/>
          </a:xfrm>
          <a:prstGeom prst="roundRect">
            <a:avLst>
              <a:gd name="adj" fmla="val 50000"/>
            </a:avLst>
          </a:prstGeom>
          <a:solidFill>
            <a:srgbClr val="61A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1771650"/>
            <a:ext cx="100203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25" b="1">
                <a:solidFill>
                  <a:srgbClr val="FFFFFF"/>
                </a:solidFill>
                <a:latin typeface="Arial"/>
              </a:rPr>
              <a:t>VM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095500"/>
            <a:ext cx="3073718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1E35"/>
                </a:solidFill>
                <a:latin typeface="Arial"/>
              </a:rPr>
              <a:t>전통 VM을 K8s API로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2438400"/>
            <a:ext cx="3054668" cy="3467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87" b="0">
                <a:solidFill>
                  <a:srgbClr val="007A86"/>
                </a:solidFill>
                <a:latin typeface="Arial"/>
              </a:rPr>
              <a:t>•  </a:t>
            </a:r>
            <a:r>
              <a:rPr sz="1087" b="0">
                <a:solidFill>
                  <a:srgbClr val="4B4F63"/>
                </a:solidFill>
                <a:latin typeface="Arial"/>
              </a:rPr>
              <a:t>기존 VM을 K8s API(YAML)로 관리</a:t>
            </a:r>
          </a:p>
          <a:p>
            <a:pPr algn="l">
              <a:lnSpc>
                <a:spcPct val="118000"/>
              </a:lnSpc>
            </a:pPr>
            <a:r>
              <a:rPr sz="1087" b="0">
                <a:solidFill>
                  <a:srgbClr val="007A86"/>
                </a:solidFill>
                <a:latin typeface="Arial"/>
              </a:rPr>
              <a:t>•  </a:t>
            </a:r>
            <a:r>
              <a:rPr sz="1087" b="0">
                <a:solidFill>
                  <a:srgbClr val="4B4F63"/>
                </a:solidFill>
                <a:latin typeface="Arial"/>
              </a:rPr>
              <a:t>VM Operator CRD (VirtualMachine)</a:t>
            </a:r>
          </a:p>
          <a:p>
            <a:pPr algn="l">
              <a:lnSpc>
                <a:spcPct val="118000"/>
              </a:lnSpc>
            </a:pPr>
            <a:r>
              <a:rPr sz="1087" b="0">
                <a:solidFill>
                  <a:srgbClr val="007A86"/>
                </a:solidFill>
                <a:latin typeface="Arial"/>
              </a:rPr>
              <a:t>•  </a:t>
            </a:r>
            <a:r>
              <a:rPr sz="1087" b="0">
                <a:solidFill>
                  <a:srgbClr val="4B4F63"/>
                </a:solidFill>
                <a:latin typeface="Arial"/>
              </a:rPr>
              <a:t>VM 생명주기 자동화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1018" y="1562100"/>
            <a:ext cx="3530918" cy="445770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59618" y="1771650"/>
            <a:ext cx="521970" cy="209550"/>
          </a:xfrm>
          <a:prstGeom prst="roundRect">
            <a:avLst>
              <a:gd name="adj" fmla="val 50000"/>
            </a:avLst>
          </a:prstGeom>
          <a:solidFill>
            <a:srgbClr val="00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9618" y="1771650"/>
            <a:ext cx="52197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25" b="1">
                <a:solidFill>
                  <a:srgbClr val="FFFFFF"/>
                </a:solidFill>
                <a:latin typeface="Arial"/>
              </a:rPr>
              <a:t>VPOD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9618" y="2095500"/>
            <a:ext cx="3073718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1E35"/>
                </a:solidFill>
                <a:latin typeface="Arial"/>
              </a:rPr>
              <a:t>vSphere Pods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8668" y="2438400"/>
            <a:ext cx="3054668" cy="3467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87" b="0">
                <a:solidFill>
                  <a:srgbClr val="007A86"/>
                </a:solidFill>
                <a:latin typeface="Arial"/>
              </a:rPr>
              <a:t>•  </a:t>
            </a:r>
            <a:r>
              <a:rPr sz="1087" b="0">
                <a:solidFill>
                  <a:srgbClr val="4B4F63"/>
                </a:solidFill>
                <a:latin typeface="Arial"/>
              </a:rPr>
              <a:t>ESXi 위에서 직접 실행되는 네이티브 Pod</a:t>
            </a:r>
          </a:p>
          <a:p>
            <a:pPr algn="l">
              <a:lnSpc>
                <a:spcPct val="118000"/>
              </a:lnSpc>
            </a:pPr>
            <a:r>
              <a:rPr sz="1087" b="0">
                <a:solidFill>
                  <a:srgbClr val="007A86"/>
                </a:solidFill>
                <a:latin typeface="Arial"/>
              </a:rPr>
              <a:t>•  </a:t>
            </a:r>
            <a:r>
              <a:rPr sz="1087" b="0">
                <a:solidFill>
                  <a:srgbClr val="4B4F63"/>
                </a:solidFill>
                <a:latin typeface="Arial"/>
              </a:rPr>
              <a:t>VM 격리 수준 보안·별도 Worker VM 불필요</a:t>
            </a:r>
          </a:p>
          <a:p>
            <a:pPr algn="l">
              <a:lnSpc>
                <a:spcPct val="118000"/>
              </a:lnSpc>
            </a:pPr>
            <a:r>
              <a:rPr sz="1087" b="0">
                <a:solidFill>
                  <a:srgbClr val="007A86"/>
                </a:solidFill>
                <a:latin typeface="Arial"/>
              </a:rPr>
              <a:t>•  </a:t>
            </a:r>
            <a:r>
              <a:rPr sz="1087" b="0">
                <a:solidFill>
                  <a:srgbClr val="4B4F63"/>
                </a:solidFill>
                <a:latin typeface="Arial"/>
              </a:rPr>
              <a:t>빠른 프로비저닝·높은 성능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2435" y="1562100"/>
            <a:ext cx="3530918" cy="445770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81035" y="1771650"/>
            <a:ext cx="1002030" cy="209550"/>
          </a:xfrm>
          <a:prstGeom prst="roundRect">
            <a:avLst>
              <a:gd name="adj" fmla="val 50000"/>
            </a:avLst>
          </a:prstGeom>
          <a:solidFill>
            <a:srgbClr val="6C4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1035" y="1771650"/>
            <a:ext cx="100203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25" b="1">
                <a:solidFill>
                  <a:srgbClr val="FFFFFF"/>
                </a:solidFill>
                <a:latin typeface="Arial"/>
              </a:rPr>
              <a:t>VKS CLUSTER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1035" y="2095500"/>
            <a:ext cx="3073718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1E35"/>
                </a:solidFill>
                <a:latin typeface="Arial"/>
              </a:rPr>
              <a:t>Guest / TKG 클러스터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0085" y="2438400"/>
            <a:ext cx="3054668" cy="3467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87" b="0">
                <a:solidFill>
                  <a:srgbClr val="007A86"/>
                </a:solidFill>
                <a:latin typeface="Arial"/>
              </a:rPr>
              <a:t>•  </a:t>
            </a:r>
            <a:r>
              <a:rPr sz="1087" b="0">
                <a:solidFill>
                  <a:srgbClr val="4B4F63"/>
                </a:solidFill>
                <a:latin typeface="Arial"/>
              </a:rPr>
              <a:t>독립적 업스트림 K8s 클러스터</a:t>
            </a:r>
          </a:p>
          <a:p>
            <a:pPr algn="l">
              <a:lnSpc>
                <a:spcPct val="118000"/>
              </a:lnSpc>
            </a:pPr>
            <a:r>
              <a:rPr sz="1087" b="0">
                <a:solidFill>
                  <a:srgbClr val="007A86"/>
                </a:solidFill>
                <a:latin typeface="Arial"/>
              </a:rPr>
              <a:t>•  </a:t>
            </a:r>
            <a:r>
              <a:rPr sz="1087" b="0">
                <a:solidFill>
                  <a:srgbClr val="4B4F63"/>
                </a:solidFill>
                <a:latin typeface="Arial"/>
              </a:rPr>
              <a:t>CP+Worker 모두 VM·표준 K8s API 호환</a:t>
            </a:r>
          </a:p>
          <a:p>
            <a:pPr algn="l">
              <a:lnSpc>
                <a:spcPct val="118000"/>
              </a:lnSpc>
            </a:pPr>
            <a:r>
              <a:rPr sz="1087" b="0">
                <a:solidFill>
                  <a:srgbClr val="007A86"/>
                </a:solidFill>
                <a:latin typeface="Arial"/>
              </a:rPr>
              <a:t>•  </a:t>
            </a:r>
            <a:r>
              <a:rPr sz="1087" b="0">
                <a:solidFill>
                  <a:srgbClr val="4B4F63"/>
                </a:solidFill>
                <a:latin typeface="Arial"/>
              </a:rPr>
              <a:t>멀티 테넌트·Helm/kubectl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9300" y="6572250"/>
            <a:ext cx="1181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25" b="0">
                <a:solidFill>
                  <a:srgbClr val="6A6E8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38150"/>
            <a:ext cx="1066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1B1E35"/>
                </a:solidFill>
                <a:latin typeface="Arial"/>
              </a:rPr>
              <a:t>Supervisor Service · VKS Service · VKR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57250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A6E80"/>
                </a:solidFill>
                <a:latin typeface="Arial"/>
              </a:rPr>
              <a:t>플랫폼 서비스 · 클러스터 수명주기 · 검증된 릴리스 번들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428750"/>
            <a:ext cx="10972800" cy="19050"/>
          </a:xfrm>
          <a:prstGeom prst="rect">
            <a:avLst/>
          </a:prstGeom>
          <a:solidFill>
            <a:srgbClr val="00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1562100"/>
            <a:ext cx="3530918" cy="445770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8200" y="1771650"/>
            <a:ext cx="1207770" cy="209550"/>
          </a:xfrm>
          <a:prstGeom prst="roundRect">
            <a:avLst>
              <a:gd name="adj" fmla="val 50000"/>
            </a:avLst>
          </a:prstGeom>
          <a:solidFill>
            <a:srgbClr val="61A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1771650"/>
            <a:ext cx="120777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25" b="1">
                <a:solidFill>
                  <a:srgbClr val="FFFFFF"/>
                </a:solidFill>
                <a:latin typeface="Arial"/>
              </a:rPr>
              <a:t>SUPERVISOR SVC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095500"/>
            <a:ext cx="3073718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1E35"/>
                </a:solidFill>
                <a:latin typeface="Arial"/>
              </a:rPr>
              <a:t>플랫폼 컨트롤 플레인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2438400"/>
            <a:ext cx="3054668" cy="3467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87" b="0">
                <a:solidFill>
                  <a:srgbClr val="007A86"/>
                </a:solidFill>
                <a:latin typeface="Arial"/>
              </a:rPr>
              <a:t>•  </a:t>
            </a:r>
            <a:r>
              <a:rPr sz="1087" b="0">
                <a:solidFill>
                  <a:srgbClr val="4B4F63"/>
                </a:solidFill>
                <a:latin typeface="Arial"/>
              </a:rPr>
              <a:t>vSphere 위 K8s 컨트롤 플레인 서비스</a:t>
            </a:r>
          </a:p>
          <a:p>
            <a:pPr algn="l">
              <a:lnSpc>
                <a:spcPct val="118000"/>
              </a:lnSpc>
            </a:pPr>
            <a:r>
              <a:rPr sz="1087" b="0">
                <a:solidFill>
                  <a:srgbClr val="007A86"/>
                </a:solidFill>
                <a:latin typeface="Arial"/>
              </a:rPr>
              <a:t>•  </a:t>
            </a:r>
            <a:r>
              <a:rPr sz="1087" b="0">
                <a:solidFill>
                  <a:srgbClr val="4B4F63"/>
                </a:solidFill>
                <a:latin typeface="Arial"/>
              </a:rPr>
              <a:t>개발자에 K8s API 엔드포인트 제공</a:t>
            </a:r>
          </a:p>
          <a:p>
            <a:pPr algn="l">
              <a:lnSpc>
                <a:spcPct val="118000"/>
              </a:lnSpc>
            </a:pPr>
            <a:r>
              <a:rPr sz="1087" b="0">
                <a:solidFill>
                  <a:srgbClr val="007A86"/>
                </a:solidFill>
                <a:latin typeface="Arial"/>
              </a:rPr>
              <a:t>•  </a:t>
            </a:r>
            <a:r>
              <a:rPr sz="1087" b="0">
                <a:solidFill>
                  <a:srgbClr val="4B4F63"/>
                </a:solidFill>
                <a:latin typeface="Arial"/>
              </a:rPr>
              <a:t>vCenter에서 중앙 집중 거버넌스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1018" y="1562100"/>
            <a:ext cx="3530918" cy="445770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59618" y="1771650"/>
            <a:ext cx="1002030" cy="209550"/>
          </a:xfrm>
          <a:prstGeom prst="roundRect">
            <a:avLst>
              <a:gd name="adj" fmla="val 50000"/>
            </a:avLst>
          </a:prstGeom>
          <a:solidFill>
            <a:srgbClr val="00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9618" y="1771650"/>
            <a:ext cx="100203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25" b="1">
                <a:solidFill>
                  <a:srgbClr val="FFFFFF"/>
                </a:solidFill>
                <a:latin typeface="Arial"/>
              </a:rPr>
              <a:t>VKS 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9618" y="2095500"/>
            <a:ext cx="3073718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1E35"/>
                </a:solidFill>
                <a:latin typeface="Arial"/>
              </a:rPr>
              <a:t>클러스터 수명주기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8668" y="2438400"/>
            <a:ext cx="3054668" cy="3467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87" b="0">
                <a:solidFill>
                  <a:srgbClr val="007A86"/>
                </a:solidFill>
                <a:latin typeface="Arial"/>
              </a:rPr>
              <a:t>•  </a:t>
            </a:r>
            <a:r>
              <a:rPr sz="1087" b="0">
                <a:solidFill>
                  <a:srgbClr val="4B4F63"/>
                </a:solidFill>
                <a:latin typeface="Arial"/>
              </a:rPr>
              <a:t>생성·스케일·업그레이드 자동화</a:t>
            </a:r>
          </a:p>
          <a:p>
            <a:pPr algn="l">
              <a:lnSpc>
                <a:spcPct val="118000"/>
              </a:lnSpc>
            </a:pPr>
            <a:r>
              <a:rPr sz="1087" b="0">
                <a:solidFill>
                  <a:srgbClr val="007A86"/>
                </a:solidFill>
                <a:latin typeface="Arial"/>
              </a:rPr>
              <a:t>•  </a:t>
            </a:r>
            <a:r>
              <a:rPr sz="1087" b="0">
                <a:solidFill>
                  <a:srgbClr val="4B4F63"/>
                </a:solidFill>
                <a:latin typeface="Arial"/>
              </a:rPr>
              <a:t>CNCF 인증 K8s 온디맨드</a:t>
            </a:r>
          </a:p>
          <a:p>
            <a:pPr algn="l">
              <a:lnSpc>
                <a:spcPct val="118000"/>
              </a:lnSpc>
            </a:pPr>
            <a:r>
              <a:rPr sz="1087" b="0">
                <a:solidFill>
                  <a:srgbClr val="007A86"/>
                </a:solidFill>
                <a:latin typeface="Arial"/>
              </a:rPr>
              <a:t>•  </a:t>
            </a:r>
            <a:r>
              <a:rPr sz="1087" b="0">
                <a:solidFill>
                  <a:srgbClr val="4B4F63"/>
                </a:solidFill>
                <a:latin typeface="Arial"/>
              </a:rPr>
              <a:t>셀프 서비스 경험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2435" y="1562100"/>
            <a:ext cx="3530918" cy="445770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81035" y="1771650"/>
            <a:ext cx="864870" cy="209550"/>
          </a:xfrm>
          <a:prstGeom prst="roundRect">
            <a:avLst>
              <a:gd name="adj" fmla="val 50000"/>
            </a:avLst>
          </a:prstGeom>
          <a:solidFill>
            <a:srgbClr val="6C4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1035" y="1771650"/>
            <a:ext cx="86487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25" b="1">
                <a:solidFill>
                  <a:srgbClr val="FFFFFF"/>
                </a:solidFill>
                <a:latin typeface="Arial"/>
              </a:rPr>
              <a:t>VKR / TKR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1035" y="2095500"/>
            <a:ext cx="3073718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1E35"/>
                </a:solidFill>
                <a:latin typeface="Arial"/>
              </a:rPr>
              <a:t>릴리스 번들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0085" y="2438400"/>
            <a:ext cx="3054668" cy="3467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87" b="0">
                <a:solidFill>
                  <a:srgbClr val="007A86"/>
                </a:solidFill>
                <a:latin typeface="Arial"/>
              </a:rPr>
              <a:t>•  </a:t>
            </a:r>
            <a:r>
              <a:rPr sz="1087" b="0">
                <a:solidFill>
                  <a:srgbClr val="4B4F63"/>
                </a:solidFill>
                <a:latin typeface="Arial"/>
              </a:rPr>
              <a:t>K8s+OS+애드온 검증 패키지</a:t>
            </a:r>
          </a:p>
          <a:p>
            <a:pPr algn="l">
              <a:lnSpc>
                <a:spcPct val="118000"/>
              </a:lnSpc>
            </a:pPr>
            <a:r>
              <a:rPr sz="1087" b="0">
                <a:solidFill>
                  <a:srgbClr val="007A86"/>
                </a:solidFill>
                <a:latin typeface="Arial"/>
              </a:rPr>
              <a:t>•  </a:t>
            </a:r>
            <a:r>
              <a:rPr sz="1087" b="0">
                <a:solidFill>
                  <a:srgbClr val="4B4F63"/>
                </a:solidFill>
                <a:latin typeface="Arial"/>
              </a:rPr>
              <a:t>CoreDNS·CNI·CSI 포함</a:t>
            </a:r>
          </a:p>
          <a:p>
            <a:pPr algn="l">
              <a:lnSpc>
                <a:spcPct val="118000"/>
              </a:lnSpc>
            </a:pPr>
            <a:r>
              <a:rPr sz="1087" b="0">
                <a:solidFill>
                  <a:srgbClr val="007A86"/>
                </a:solidFill>
                <a:latin typeface="Arial"/>
              </a:rPr>
              <a:t>•  </a:t>
            </a:r>
            <a:r>
              <a:rPr sz="1087" b="0">
                <a:solidFill>
                  <a:srgbClr val="4B4F63"/>
                </a:solidFill>
                <a:latin typeface="Arial"/>
              </a:rPr>
              <a:t>버전 파편화 방지 · 24개월 지원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9300" y="6572250"/>
            <a:ext cx="1181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25" b="0">
                <a:solidFill>
                  <a:srgbClr val="6A6E8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38150"/>
            <a:ext cx="1066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1B1E35"/>
                </a:solidFill>
                <a:latin typeface="Arial"/>
              </a:rPr>
              <a:t>VKR 라이프사이클 관리 주기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57250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A6E80"/>
                </a:solidFill>
                <a:latin typeface="Arial"/>
              </a:rPr>
              <a:t>검증된 번들 릴리스 → 프로비저닝 → 운영 → 업그레이드 → 지원 종료가 24개월 주기로 순환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428750"/>
            <a:ext cx="10972800" cy="19050"/>
          </a:xfrm>
          <a:prstGeom prst="rect">
            <a:avLst/>
          </a:prstGeom>
          <a:solidFill>
            <a:srgbClr val="00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5137" y="2868386"/>
            <a:ext cx="1920240" cy="1469571"/>
          </a:xfrm>
          <a:prstGeom prst="roundRect">
            <a:avLst>
              <a:gd name="adj" fmla="val 8000"/>
            </a:avLst>
          </a:prstGeom>
          <a:solidFill>
            <a:srgbClr val="F6FAF0"/>
          </a:solidFill>
          <a:ln w="13062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5137" y="2868386"/>
            <a:ext cx="1920240" cy="58783"/>
          </a:xfrm>
          <a:prstGeom prst="roundRect">
            <a:avLst>
              <a:gd name="adj" fmla="val 50000"/>
            </a:avLst>
          </a:prstGeom>
          <a:solidFill>
            <a:srgbClr val="61A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72094" y="3074126"/>
            <a:ext cx="333103" cy="333103"/>
          </a:xfrm>
          <a:prstGeom prst="ellipse">
            <a:avLst/>
          </a:prstGeom>
          <a:solidFill>
            <a:srgbClr val="61A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7319" y="3164259"/>
            <a:ext cx="322653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7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3371" y="3164259"/>
            <a:ext cx="510758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7" b="1">
                <a:solidFill>
                  <a:srgbClr val="1B1E35"/>
                </a:solidFill>
                <a:latin typeface="Arial"/>
              </a:rPr>
              <a:t>릴리스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891" y="3528909"/>
            <a:ext cx="1165991" cy="157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7" b="0">
                <a:solidFill>
                  <a:srgbClr val="4B4F63"/>
                </a:solidFill>
                <a:latin typeface="Arial"/>
              </a:rPr>
              <a:t>검증된 VKr 번들 발행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891" y="3724852"/>
            <a:ext cx="1454419" cy="157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7" b="0">
                <a:solidFill>
                  <a:srgbClr val="4B4F63"/>
                </a:solidFill>
                <a:latin typeface="Arial"/>
              </a:rPr>
              <a:t>K8s + OS + 애드온 통합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891" y="3920795"/>
            <a:ext cx="949670" cy="157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7" b="0">
                <a:solidFill>
                  <a:srgbClr val="4B4F63"/>
                </a:solidFill>
                <a:latin typeface="Arial"/>
              </a:rPr>
              <a:t>24개월 지원 시작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1320" y="2868386"/>
            <a:ext cx="1920240" cy="1469571"/>
          </a:xfrm>
          <a:prstGeom prst="roundRect">
            <a:avLst>
              <a:gd name="adj" fmla="val 8000"/>
            </a:avLst>
          </a:prstGeom>
          <a:solidFill>
            <a:srgbClr val="EFF8FA"/>
          </a:solidFill>
          <a:ln w="13062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41320" y="2868386"/>
            <a:ext cx="1920240" cy="58783"/>
          </a:xfrm>
          <a:prstGeom prst="roundRect">
            <a:avLst>
              <a:gd name="adj" fmla="val 50000"/>
            </a:avLst>
          </a:prstGeom>
          <a:solidFill>
            <a:srgbClr val="00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88277" y="3074126"/>
            <a:ext cx="333103" cy="333103"/>
          </a:xfrm>
          <a:prstGeom prst="ellipse">
            <a:avLst/>
          </a:prstGeom>
          <a:solidFill>
            <a:srgbClr val="00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93502" y="3164259"/>
            <a:ext cx="322653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7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9554" y="3164259"/>
            <a:ext cx="698863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7" b="1">
                <a:solidFill>
                  <a:srgbClr val="1B1E35"/>
                </a:solidFill>
                <a:latin typeface="Arial"/>
              </a:rPr>
              <a:t>프로비저닝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8074" y="3528909"/>
            <a:ext cx="1526525" cy="157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7" b="0">
                <a:solidFill>
                  <a:srgbClr val="4B4F63"/>
                </a:solidFill>
                <a:latin typeface="Arial"/>
              </a:rPr>
              <a:t>ClusterClass로 클러스터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8074" y="3724852"/>
            <a:ext cx="1670739" cy="157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7" b="0">
                <a:solidFill>
                  <a:srgbClr val="4B4F63"/>
                </a:solidFill>
                <a:latin typeface="Arial"/>
              </a:rPr>
              <a:t>생성 (builtin-generic)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98074" y="3920795"/>
            <a:ext cx="1382312" cy="157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7" b="0">
                <a:solidFill>
                  <a:srgbClr val="4B4F63"/>
                </a:solidFill>
                <a:latin typeface="Arial"/>
              </a:rPr>
              <a:t>CAPI/CAPV 선언형 관리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57503" y="2868386"/>
            <a:ext cx="1920240" cy="1469571"/>
          </a:xfrm>
          <a:prstGeom prst="roundRect">
            <a:avLst>
              <a:gd name="adj" fmla="val 8000"/>
            </a:avLst>
          </a:prstGeom>
          <a:solidFill>
            <a:srgbClr val="EFF7FB"/>
          </a:solidFill>
          <a:ln w="13062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57503" y="2868386"/>
            <a:ext cx="1920240" cy="58783"/>
          </a:xfrm>
          <a:prstGeom prst="roundRect">
            <a:avLst>
              <a:gd name="adj" fmla="val 50000"/>
            </a:avLst>
          </a:prstGeom>
          <a:solidFill>
            <a:srgbClr val="0193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204460" y="3074126"/>
            <a:ext cx="333103" cy="333103"/>
          </a:xfrm>
          <a:prstGeom prst="ellipse">
            <a:avLst/>
          </a:prstGeom>
          <a:solidFill>
            <a:srgbClr val="0193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09685" y="3164259"/>
            <a:ext cx="322653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7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5737" y="3164259"/>
            <a:ext cx="416705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7" b="1">
                <a:solidFill>
                  <a:srgbClr val="1B1E35"/>
                </a:solidFill>
                <a:latin typeface="Arial"/>
              </a:rPr>
              <a:t>운영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4257" y="3528909"/>
            <a:ext cx="1093884" cy="157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7" b="0">
                <a:solidFill>
                  <a:srgbClr val="4B4F63"/>
                </a:solidFill>
                <a:latin typeface="Arial"/>
              </a:rPr>
              <a:t>애드온 자동 호환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4257" y="3724852"/>
            <a:ext cx="1526525" cy="157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7" b="0">
                <a:solidFill>
                  <a:srgbClr val="4B4F63"/>
                </a:solidFill>
                <a:latin typeface="Arial"/>
              </a:rPr>
              <a:t>AddonReconciled 집계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4257" y="3920795"/>
            <a:ext cx="1454419" cy="157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7" b="0">
                <a:solidFill>
                  <a:srgbClr val="4B4F63"/>
                </a:solidFill>
                <a:latin typeface="Arial"/>
              </a:rPr>
              <a:t>CIS/STIG · PDB 정책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73686" y="2868386"/>
            <a:ext cx="1920240" cy="1469571"/>
          </a:xfrm>
          <a:prstGeom prst="roundRect">
            <a:avLst>
              <a:gd name="adj" fmla="val 8000"/>
            </a:avLst>
          </a:prstGeom>
          <a:solidFill>
            <a:srgbClr val="FEF9EC"/>
          </a:solidFill>
          <a:ln w="13062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173686" y="2868386"/>
            <a:ext cx="1920240" cy="58783"/>
          </a:xfrm>
          <a:prstGeom prst="roundRect">
            <a:avLst>
              <a:gd name="adj" fmla="val 50000"/>
            </a:avLst>
          </a:prstGeom>
          <a:solidFill>
            <a:srgbClr val="EDB5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20643" y="3074126"/>
            <a:ext cx="333103" cy="333103"/>
          </a:xfrm>
          <a:prstGeom prst="ellipse">
            <a:avLst/>
          </a:prstGeom>
          <a:solidFill>
            <a:srgbClr val="EDB5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25868" y="3164259"/>
            <a:ext cx="322653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7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41920" y="3164259"/>
            <a:ext cx="698863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7" b="1">
                <a:solidFill>
                  <a:srgbClr val="1B1E35"/>
                </a:solidFill>
                <a:latin typeface="Arial"/>
              </a:rPr>
              <a:t>업그레이드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30440" y="3528909"/>
            <a:ext cx="1165991" cy="157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7" b="0">
                <a:solidFill>
                  <a:srgbClr val="4B4F63"/>
                </a:solidFill>
                <a:latin typeface="Arial"/>
              </a:rPr>
              <a:t>호환성 pre-check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30440" y="3724852"/>
            <a:ext cx="1021777" cy="157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7" b="0">
                <a:solidFill>
                  <a:srgbClr val="4B4F63"/>
                </a:solidFill>
                <a:latin typeface="Arial"/>
              </a:rPr>
              <a:t>PDB 가드레일 통과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30440" y="3920795"/>
            <a:ext cx="1454419" cy="157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7" b="0">
                <a:solidFill>
                  <a:srgbClr val="4B4F63"/>
                </a:solidFill>
                <a:latin typeface="Arial"/>
              </a:rPr>
              <a:t>ClusterClass 리베이스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89869" y="2868386"/>
            <a:ext cx="1920240" cy="1469571"/>
          </a:xfrm>
          <a:prstGeom prst="roundRect">
            <a:avLst>
              <a:gd name="adj" fmla="val 8000"/>
            </a:avLst>
          </a:prstGeom>
          <a:solidFill>
            <a:srgbClr val="F6F2FA"/>
          </a:solidFill>
          <a:ln w="13062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289869" y="2868386"/>
            <a:ext cx="1920240" cy="58783"/>
          </a:xfrm>
          <a:prstGeom prst="roundRect">
            <a:avLst>
              <a:gd name="adj" fmla="val 50000"/>
            </a:avLst>
          </a:prstGeom>
          <a:solidFill>
            <a:srgbClr val="6C4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436826" y="3074126"/>
            <a:ext cx="333103" cy="333103"/>
          </a:xfrm>
          <a:prstGeom prst="ellipse">
            <a:avLst/>
          </a:prstGeom>
          <a:solidFill>
            <a:srgbClr val="6C4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42051" y="3164259"/>
            <a:ext cx="322653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7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58103" y="3164259"/>
            <a:ext cx="698863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7" b="1">
                <a:solidFill>
                  <a:srgbClr val="1B1E35"/>
                </a:solidFill>
                <a:latin typeface="Arial"/>
              </a:rPr>
              <a:t>지원 종료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46623" y="3528909"/>
            <a:ext cx="1165991" cy="157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7" b="0">
                <a:solidFill>
                  <a:srgbClr val="4B4F63"/>
                </a:solidFill>
                <a:latin typeface="Arial"/>
              </a:rPr>
              <a:t>N-2 이전 VKr 제거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46623" y="3724852"/>
            <a:ext cx="949670" cy="157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7" b="0">
                <a:solidFill>
                  <a:srgbClr val="4B4F63"/>
                </a:solidFill>
                <a:latin typeface="Arial"/>
              </a:rPr>
              <a:t>24개월 주기 만료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46623" y="3920795"/>
            <a:ext cx="1021777" cy="157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7" b="0">
                <a:solidFill>
                  <a:srgbClr val="4B4F63"/>
                </a:solidFill>
                <a:latin typeface="Arial"/>
              </a:rPr>
              <a:t>→ 새 VKr로 이행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764971" y="3603171"/>
            <a:ext cx="156755" cy="0"/>
          </a:xfrm>
          <a:prstGeom prst="bentConnector3">
            <a:avLst/>
          </a:prstGeom>
          <a:ln w="32657">
            <a:solidFill>
              <a:srgbClr val="9AA0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881154" y="3603171"/>
            <a:ext cx="156755" cy="0"/>
          </a:xfrm>
          <a:prstGeom prst="bentConnector3">
            <a:avLst/>
          </a:prstGeom>
          <a:ln w="32657">
            <a:solidFill>
              <a:srgbClr val="9AA0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997337" y="3603171"/>
            <a:ext cx="156754" cy="0"/>
          </a:xfrm>
          <a:prstGeom prst="bentConnector3">
            <a:avLst/>
          </a:prstGeom>
          <a:ln w="32657">
            <a:solidFill>
              <a:srgbClr val="9AA0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113520" y="3603171"/>
            <a:ext cx="156754" cy="0"/>
          </a:xfrm>
          <a:prstGeom prst="bentConnector3">
            <a:avLst/>
          </a:prstGeom>
          <a:ln w="32657">
            <a:solidFill>
              <a:srgbClr val="9AA0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4822371" y="4984569"/>
            <a:ext cx="2547257" cy="254726"/>
          </a:xfrm>
          <a:prstGeom prst="roundRect">
            <a:avLst>
              <a:gd name="adj" fmla="val 50000"/>
            </a:avLst>
          </a:prstGeom>
          <a:solidFill>
            <a:srgbClr val="FDF6E3"/>
          </a:solidFill>
          <a:ln w="13062">
            <a:solidFill>
              <a:srgbClr val="F0D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99773" y="5043743"/>
            <a:ext cx="2592455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2" b="1">
                <a:solidFill>
                  <a:srgbClr val="9A7A00"/>
                </a:solidFill>
                <a:latin typeface="Arial"/>
              </a:rPr>
              <a:t>순환 — 새 VKr 릴리스로 이행 · 상시 최신 유지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39300" y="6572250"/>
            <a:ext cx="1181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25" b="0">
                <a:solidFill>
                  <a:srgbClr val="6A6E8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38150"/>
            <a:ext cx="1066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1B1E35"/>
                </a:solidFill>
                <a:latin typeface="Arial"/>
              </a:rPr>
              <a:t>손쉬운 업그레이드 — VKr · Add-ons · 롤링 무중단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57250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A6E80"/>
                </a:solidFill>
                <a:latin typeface="Arial"/>
              </a:rPr>
              <a:t>컴포넌트 개별 호환성 검증에서 → 검증된 번들과 무중단 롤링 업그레이드로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428750"/>
            <a:ext cx="10972800" cy="19050"/>
          </a:xfrm>
          <a:prstGeom prst="rect">
            <a:avLst/>
          </a:prstGeom>
          <a:solidFill>
            <a:srgbClr val="00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5543" y="1990170"/>
            <a:ext cx="1934087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1">
                <a:solidFill>
                  <a:srgbClr val="1B1E35"/>
                </a:solidFill>
                <a:latin typeface="Arial"/>
              </a:rPr>
              <a:t>기존 — 컴포넌트별 개별 관리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5543" y="2300151"/>
            <a:ext cx="4898571" cy="1469571"/>
          </a:xfrm>
          <a:prstGeom prst="roundRect">
            <a:avLst>
              <a:gd name="adj" fmla="val 6666"/>
            </a:avLst>
          </a:prstGeom>
          <a:solidFill>
            <a:srgbClr val="FFF7D6"/>
          </a:solidFill>
          <a:ln w="13062">
            <a:solidFill>
              <a:srgbClr val="EDB5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1486" y="2476892"/>
            <a:ext cx="3570601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2" b="1">
                <a:solidFill>
                  <a:srgbClr val="1B1E35"/>
                </a:solidFill>
                <a:latin typeface="Arial"/>
              </a:rPr>
              <a:t>K8s · CNI · CSI · CoreDNS · Ingress · 애드온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486" y="2731618"/>
            <a:ext cx="2266406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2" b="1">
                <a:solidFill>
                  <a:srgbClr val="4B4F63"/>
                </a:solidFill>
                <a:latin typeface="Arial"/>
              </a:rPr>
              <a:t>각 컴포넌트 버전 호환성 매트릭스를 수동 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1486" y="2966749"/>
            <a:ext cx="1940357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2" b="1">
                <a:solidFill>
                  <a:srgbClr val="4B4F63"/>
                </a:solidFill>
                <a:latin typeface="Arial"/>
              </a:rPr>
              <a:t>의존성 · 업그레이드 순서를 직접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486" y="3201880"/>
            <a:ext cx="2184893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2" b="1">
                <a:solidFill>
                  <a:srgbClr val="4B4F63"/>
                </a:solidFill>
                <a:latin typeface="Arial"/>
              </a:rPr>
              <a:t>개별 업그레이드 → 실수 시 장애·중단 위험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486" y="3500301"/>
            <a:ext cx="210965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4" b="1">
                <a:solidFill>
                  <a:srgbClr val="9A7A00"/>
                </a:solidFill>
                <a:latin typeface="Arial"/>
              </a:rPr>
              <a:t>⚠ 검증 부담 · 파편화 · 다운타임 리스크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6000" y="2025831"/>
            <a:ext cx="0" cy="1920240"/>
          </a:xfrm>
          <a:prstGeom prst="bentConnector3">
            <a:avLst/>
          </a:prstGeom>
          <a:ln w="26125">
            <a:solidFill>
              <a:srgbClr val="E3E5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87886" y="1990170"/>
            <a:ext cx="2893423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1">
                <a:solidFill>
                  <a:srgbClr val="007A86"/>
                </a:solidFill>
                <a:latin typeface="Arial"/>
              </a:rPr>
              <a:t>VKS — VKr + Add-ons 번들 제공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7886" y="2300151"/>
            <a:ext cx="4898571" cy="1469571"/>
          </a:xfrm>
          <a:prstGeom prst="roundRect">
            <a:avLst>
              <a:gd name="adj" fmla="val 6666"/>
            </a:avLst>
          </a:prstGeom>
          <a:solidFill>
            <a:srgbClr val="EEF6F7"/>
          </a:solidFill>
          <a:ln w="13062">
            <a:solidFill>
              <a:srgbClr val="00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83829" y="2476892"/>
            <a:ext cx="2592455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2" b="1">
                <a:solidFill>
                  <a:srgbClr val="007A86"/>
                </a:solidFill>
                <a:latin typeface="Arial"/>
              </a:rPr>
              <a:t>VKr = 검증된 K8s + OS + 애드온 한 묶음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3829" y="2731618"/>
            <a:ext cx="2510942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2" b="1">
                <a:solidFill>
                  <a:srgbClr val="4B4F63"/>
                </a:solidFill>
                <a:latin typeface="Arial"/>
              </a:rPr>
              <a:t>업그레이드 시 애드온 호환성 자동 pre-check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83829" y="2966749"/>
            <a:ext cx="2103381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2" b="1">
                <a:solidFill>
                  <a:srgbClr val="4B4F63"/>
                </a:solidFill>
                <a:latin typeface="Arial"/>
              </a:rPr>
              <a:t>최신 호환 버전으로 애드온 자동 업그레이드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3829" y="3201880"/>
            <a:ext cx="2103381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2" b="1">
                <a:solidFill>
                  <a:srgbClr val="4B4F63"/>
                </a:solidFill>
                <a:latin typeface="Arial"/>
              </a:rPr>
              <a:t>버전만 선택 → 운영 간편 · 파편화 방지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3829" y="3500301"/>
            <a:ext cx="273666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4" b="1">
                <a:solidFill>
                  <a:srgbClr val="007A86"/>
                </a:solidFill>
                <a:latin typeface="Arial"/>
              </a:rPr>
              <a:t>✓ 24개월 지원 · AddonReconciled 가드레일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5543" y="4122420"/>
            <a:ext cx="10580914" cy="1469571"/>
          </a:xfrm>
          <a:prstGeom prst="roundRect">
            <a:avLst>
              <a:gd name="adj" fmla="val 8000"/>
            </a:avLst>
          </a:prstGeom>
          <a:solidFill>
            <a:srgbClr val="F6FAF0"/>
          </a:solidFill>
          <a:ln w="13062">
            <a:solidFill>
              <a:srgbClr val="61A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1486" y="4263107"/>
            <a:ext cx="3319795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1">
                <a:solidFill>
                  <a:srgbClr val="4A7C00"/>
                </a:solidFill>
                <a:latin typeface="Arial"/>
              </a:rPr>
              <a:t>롤링 업그레이드 — 무중단(Zero-downtime)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486" y="4528218"/>
            <a:ext cx="3617628" cy="157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7" b="1">
                <a:solidFill>
                  <a:srgbClr val="6A6E80"/>
                </a:solidFill>
                <a:latin typeface="Arial"/>
              </a:rPr>
              <a:t>노드를 하나씩 순차 교체 · PDB 가드레일로 파드 가용성 보장 → 서비스 계속 가동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48743" y="4827814"/>
            <a:ext cx="1469571" cy="568234"/>
          </a:xfrm>
          <a:prstGeom prst="roundRect">
            <a:avLst>
              <a:gd name="adj" fmla="val 15517"/>
            </a:avLst>
          </a:prstGeom>
          <a:solidFill>
            <a:srgbClr val="E0F0E0"/>
          </a:solidFill>
          <a:ln w="13062">
            <a:solidFill>
              <a:srgbClr val="61A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3286" y="4969873"/>
            <a:ext cx="62048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4" b="1">
                <a:solidFill>
                  <a:srgbClr val="4A7C00"/>
                </a:solidFill>
                <a:latin typeface="Arial"/>
              </a:rPr>
              <a:t>노드1 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0801" y="5165032"/>
            <a:ext cx="805456" cy="157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7" b="1">
                <a:solidFill>
                  <a:srgbClr val="6A6E80"/>
                </a:solidFill>
                <a:latin typeface="Arial"/>
              </a:rPr>
              <a:t>v1.36 완료</a:t>
            </a:r>
          </a:p>
        </p:txBody>
      </p:sp>
      <p:sp>
        <p:nvSpPr>
          <p:cNvPr id="26" name="Freeform 25"/>
          <p:cNvSpPr/>
          <p:nvPr/>
        </p:nvSpPr>
        <p:spPr>
          <a:xfrm>
            <a:off x="5292634" y="5062946"/>
            <a:ext cx="78377" cy="97971"/>
          </a:xfrm>
          <a:custGeom>
            <a:avLst/>
            <a:gdLst/>
            <a:ahLst/>
            <a:cxnLst/>
            <a:rect l="l" t="t" r="r" b="b"/>
            <a:pathLst>
              <a:path w="78377" h="97971">
                <a:moveTo>
                  <a:pt x="78377" y="48985"/>
                </a:moveTo>
                <a:lnTo>
                  <a:pt x="0" y="0"/>
                </a:lnTo>
                <a:lnTo>
                  <a:pt x="0" y="97971"/>
                </a:lnTo>
                <a:close/>
              </a:path>
            </a:pathLst>
          </a:custGeom>
          <a:solidFill>
            <a:srgbClr val="9A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29794" y="4827814"/>
            <a:ext cx="1469571" cy="568234"/>
          </a:xfrm>
          <a:prstGeom prst="roundRect">
            <a:avLst>
              <a:gd name="adj" fmla="val 15517"/>
            </a:avLst>
          </a:prstGeom>
          <a:solidFill>
            <a:srgbClr val="FFF7D6"/>
          </a:solidFill>
          <a:ln w="13062">
            <a:solidFill>
              <a:srgbClr val="EDB5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4337" y="4969873"/>
            <a:ext cx="62048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4" b="1">
                <a:solidFill>
                  <a:srgbClr val="9A7A00"/>
                </a:solidFill>
                <a:latin typeface="Arial"/>
              </a:rPr>
              <a:t>노드2 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06066" y="5165032"/>
            <a:ext cx="517028" cy="157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7" b="1">
                <a:solidFill>
                  <a:srgbClr val="6A6E80"/>
                </a:solidFill>
                <a:latin typeface="Arial"/>
              </a:rPr>
              <a:t>교체 중</a:t>
            </a:r>
          </a:p>
        </p:txBody>
      </p:sp>
      <p:sp>
        <p:nvSpPr>
          <p:cNvPr id="30" name="Freeform 29"/>
          <p:cNvSpPr/>
          <p:nvPr/>
        </p:nvSpPr>
        <p:spPr>
          <a:xfrm>
            <a:off x="7173686" y="5062946"/>
            <a:ext cx="78377" cy="97971"/>
          </a:xfrm>
          <a:custGeom>
            <a:avLst/>
            <a:gdLst/>
            <a:ahLst/>
            <a:cxnLst/>
            <a:rect l="l" t="t" r="r" b="b"/>
            <a:pathLst>
              <a:path w="78377" h="97971">
                <a:moveTo>
                  <a:pt x="78377" y="48985"/>
                </a:moveTo>
                <a:lnTo>
                  <a:pt x="0" y="0"/>
                </a:lnTo>
                <a:lnTo>
                  <a:pt x="0" y="97971"/>
                </a:lnTo>
                <a:close/>
              </a:path>
            </a:pathLst>
          </a:custGeom>
          <a:solidFill>
            <a:srgbClr val="9A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0846" y="4827814"/>
            <a:ext cx="1469571" cy="568234"/>
          </a:xfrm>
          <a:prstGeom prst="roundRect">
            <a:avLst>
              <a:gd name="adj" fmla="val 15517"/>
            </a:avLst>
          </a:prstGeom>
          <a:solidFill>
            <a:srgbClr val="F2F2F2"/>
          </a:solidFill>
          <a:ln w="13062">
            <a:solidFill>
              <a:srgbClr val="CF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3766" y="4969873"/>
            <a:ext cx="4637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4" b="1">
                <a:solidFill>
                  <a:srgbClr val="6A6E80"/>
                </a:solidFill>
                <a:latin typeface="Arial"/>
              </a:rPr>
              <a:t>노드3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2904" y="5165032"/>
            <a:ext cx="805456" cy="157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7" b="1">
                <a:solidFill>
                  <a:srgbClr val="6A6E80"/>
                </a:solidFill>
                <a:latin typeface="Arial"/>
              </a:rPr>
              <a:t>v1.35 대기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1086" y="4827814"/>
            <a:ext cx="1959429" cy="568234"/>
          </a:xfrm>
          <a:prstGeom prst="roundRect">
            <a:avLst>
              <a:gd name="adj" fmla="val 15517"/>
            </a:avLst>
          </a:prstGeom>
          <a:solidFill>
            <a:srgbClr val="EEF6F7"/>
          </a:solidFill>
          <a:ln w="13062">
            <a:solidFill>
              <a:srgbClr val="00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43803" y="4969873"/>
            <a:ext cx="93399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4" b="1">
                <a:solidFill>
                  <a:srgbClr val="007A86"/>
                </a:solidFill>
                <a:latin typeface="Arial"/>
              </a:rPr>
              <a:t>서비스 계속 가동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80179" y="5165032"/>
            <a:ext cx="661242" cy="157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7" b="1">
                <a:solidFill>
                  <a:srgbClr val="6A6E80"/>
                </a:solidFill>
                <a:latin typeface="Arial"/>
              </a:rPr>
              <a:t>무중단 유지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9300" y="6572250"/>
            <a:ext cx="1181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25" b="0">
                <a:solidFill>
                  <a:srgbClr val="6A6E8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38150"/>
            <a:ext cx="1066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1B1E35"/>
                </a:solidFill>
                <a:latin typeface="Arial"/>
              </a:rPr>
              <a:t>외부 서비스 노출 — NSX ALB &amp; 전용 Ingress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57250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A6E80"/>
                </a:solidFill>
                <a:latin typeface="Arial"/>
              </a:rPr>
              <a:t>NodePort·단일 Ingress에서 → NSX ALB LoadBalancer 서비스 + 클러스터별 전용 Ingress 컨트롤러로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428750"/>
            <a:ext cx="10972800" cy="19050"/>
          </a:xfrm>
          <a:prstGeom prst="rect">
            <a:avLst/>
          </a:prstGeom>
          <a:solidFill>
            <a:srgbClr val="00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5543" y="2098722"/>
            <a:ext cx="2260136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8" b="1">
                <a:solidFill>
                  <a:srgbClr val="1B1E35"/>
                </a:solidFill>
                <a:latin typeface="Arial"/>
              </a:rPr>
              <a:t>기존 업스트림 Kubernetes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5543" y="2437311"/>
            <a:ext cx="4898571" cy="391886"/>
          </a:xfrm>
          <a:prstGeom prst="roundRect">
            <a:avLst>
              <a:gd name="adj" fmla="val 22500"/>
            </a:avLst>
          </a:prstGeom>
          <a:solidFill>
            <a:srgbClr val="F2F2F2"/>
          </a:solidFill>
          <a:ln w="13062">
            <a:solidFill>
              <a:srgbClr val="CF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89399" y="2556053"/>
            <a:ext cx="930859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1B1E35"/>
                </a:solidFill>
                <a:latin typeface="Arial"/>
              </a:rPr>
              <a:t>외부 클라이언트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54829" y="2829197"/>
            <a:ext cx="0" cy="274320"/>
          </a:xfrm>
          <a:prstGeom prst="bentConnector3">
            <a:avLst/>
          </a:prstGeom>
          <a:ln w="26125">
            <a:solidFill>
              <a:srgbClr val="9AA0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form 8"/>
          <p:cNvSpPr/>
          <p:nvPr/>
        </p:nvSpPr>
        <p:spPr>
          <a:xfrm>
            <a:off x="3205843" y="3025140"/>
            <a:ext cx="97971" cy="78377"/>
          </a:xfrm>
          <a:custGeom>
            <a:avLst/>
            <a:gdLst/>
            <a:ahLst/>
            <a:cxnLst/>
            <a:rect l="l" t="t" r="r" b="b"/>
            <a:pathLst>
              <a:path w="97971" h="78377">
                <a:moveTo>
                  <a:pt x="48986" y="78377"/>
                </a:moveTo>
                <a:lnTo>
                  <a:pt x="0" y="0"/>
                </a:lnTo>
                <a:lnTo>
                  <a:pt x="97971" y="0"/>
                </a:lnTo>
                <a:close/>
              </a:path>
            </a:pathLst>
          </a:custGeom>
          <a:solidFill>
            <a:srgbClr val="9A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5543" y="3123111"/>
            <a:ext cx="2351314" cy="705394"/>
          </a:xfrm>
          <a:prstGeom prst="roundRect">
            <a:avLst>
              <a:gd name="adj" fmla="val 12500"/>
            </a:avLst>
          </a:prstGeom>
          <a:solidFill>
            <a:srgbClr val="FFF7D6"/>
          </a:solidFill>
          <a:ln w="13062">
            <a:solidFill>
              <a:srgbClr val="EDB5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15770" y="3290839"/>
            <a:ext cx="930859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1B1E35"/>
                </a:solidFill>
                <a:latin typeface="Arial"/>
              </a:rPr>
              <a:t>NodePort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534" y="3515389"/>
            <a:ext cx="1777332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2" b="1">
                <a:solidFill>
                  <a:srgbClr val="6A6E80"/>
                </a:solidFill>
                <a:latin typeface="Arial"/>
              </a:rPr>
              <a:t>노드 IP : 30000–32767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2800" y="3123111"/>
            <a:ext cx="2351314" cy="705394"/>
          </a:xfrm>
          <a:prstGeom prst="roundRect">
            <a:avLst>
              <a:gd name="adj" fmla="val 12500"/>
            </a:avLst>
          </a:prstGeom>
          <a:solidFill>
            <a:srgbClr val="FFF7D6"/>
          </a:solidFill>
          <a:ln w="13062">
            <a:solidFill>
              <a:srgbClr val="EDB5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2442" y="3290839"/>
            <a:ext cx="207203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1B1E35"/>
                </a:solidFill>
                <a:latin typeface="Arial"/>
              </a:rPr>
              <a:t>단일 Ingress 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6596" y="3515389"/>
            <a:ext cx="1043722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2" b="1">
                <a:solidFill>
                  <a:srgbClr val="6A6E80"/>
                </a:solidFill>
                <a:latin typeface="Arial"/>
              </a:rPr>
              <a:t>클러스터 공유 L7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54829" y="3828506"/>
            <a:ext cx="0" cy="274320"/>
          </a:xfrm>
          <a:prstGeom prst="bentConnector3">
            <a:avLst/>
          </a:prstGeom>
          <a:ln w="26125">
            <a:solidFill>
              <a:srgbClr val="9AA0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reeform 16"/>
          <p:cNvSpPr/>
          <p:nvPr/>
        </p:nvSpPr>
        <p:spPr>
          <a:xfrm>
            <a:off x="3205843" y="4024449"/>
            <a:ext cx="97971" cy="78377"/>
          </a:xfrm>
          <a:custGeom>
            <a:avLst/>
            <a:gdLst/>
            <a:ahLst/>
            <a:cxnLst/>
            <a:rect l="l" t="t" r="r" b="b"/>
            <a:pathLst>
              <a:path w="97971" h="78377">
                <a:moveTo>
                  <a:pt x="48986" y="78377"/>
                </a:moveTo>
                <a:lnTo>
                  <a:pt x="0" y="0"/>
                </a:lnTo>
                <a:lnTo>
                  <a:pt x="97971" y="0"/>
                </a:lnTo>
                <a:close/>
              </a:path>
            </a:pathLst>
          </a:custGeom>
          <a:solidFill>
            <a:srgbClr val="9A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5543" y="4122420"/>
            <a:ext cx="4898571" cy="391886"/>
          </a:xfrm>
          <a:prstGeom prst="roundRect">
            <a:avLst>
              <a:gd name="adj" fmla="val 22500"/>
            </a:avLst>
          </a:prstGeom>
          <a:solidFill>
            <a:srgbClr val="EEF0F4"/>
          </a:solidFill>
          <a:ln w="13062">
            <a:solidFill>
              <a:srgbClr val="CF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26052" y="4241161"/>
            <a:ext cx="1457554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1B1E35"/>
                </a:solidFill>
                <a:latin typeface="Arial"/>
              </a:rPr>
              <a:t>Service / Pods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5543" y="4808612"/>
            <a:ext cx="3326065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2" b="1">
                <a:solidFill>
                  <a:srgbClr val="9A7A00"/>
                </a:solidFill>
                <a:latin typeface="Arial"/>
              </a:rPr>
              <a:t>⚠ 노드 포트 직접 노출 · 외부 LB·포트 수동 관리 · L7 공유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6000" y="2123803"/>
            <a:ext cx="0" cy="2997926"/>
          </a:xfrm>
          <a:prstGeom prst="bentConnector3">
            <a:avLst/>
          </a:prstGeom>
          <a:ln w="26125">
            <a:solidFill>
              <a:srgbClr val="E3E5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87886" y="2098722"/>
            <a:ext cx="2034409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8" b="1">
                <a:solidFill>
                  <a:srgbClr val="007A86"/>
                </a:solidFill>
                <a:latin typeface="Arial"/>
              </a:rPr>
              <a:t>VKS — 유연한 서비스 노출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87886" y="2437311"/>
            <a:ext cx="4898571" cy="391886"/>
          </a:xfrm>
          <a:prstGeom prst="roundRect">
            <a:avLst>
              <a:gd name="adj" fmla="val 22500"/>
            </a:avLst>
          </a:prstGeom>
          <a:solidFill>
            <a:srgbClr val="F2F2F2"/>
          </a:solidFill>
          <a:ln w="13062">
            <a:solidFill>
              <a:srgbClr val="CF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71742" y="2556053"/>
            <a:ext cx="930859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1B1E35"/>
                </a:solidFill>
                <a:latin typeface="Arial"/>
              </a:rPr>
              <a:t>외부 클라이언트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937171" y="2829197"/>
            <a:ext cx="0" cy="274320"/>
          </a:xfrm>
          <a:prstGeom prst="bentConnector3">
            <a:avLst/>
          </a:prstGeom>
          <a:ln w="26125">
            <a:solidFill>
              <a:srgbClr val="007A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reeform 25"/>
          <p:cNvSpPr/>
          <p:nvPr/>
        </p:nvSpPr>
        <p:spPr>
          <a:xfrm>
            <a:off x="8888186" y="3025140"/>
            <a:ext cx="97971" cy="78377"/>
          </a:xfrm>
          <a:custGeom>
            <a:avLst/>
            <a:gdLst/>
            <a:ahLst/>
            <a:cxnLst/>
            <a:rect l="l" t="t" r="r" b="b"/>
            <a:pathLst>
              <a:path w="97971" h="78377">
                <a:moveTo>
                  <a:pt x="48985" y="78377"/>
                </a:moveTo>
                <a:lnTo>
                  <a:pt x="0" y="0"/>
                </a:lnTo>
                <a:lnTo>
                  <a:pt x="97971" y="0"/>
                </a:lnTo>
                <a:close/>
              </a:path>
            </a:pathLst>
          </a:custGeom>
          <a:solidFill>
            <a:srgbClr val="00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87886" y="3123111"/>
            <a:ext cx="2468880" cy="705394"/>
          </a:xfrm>
          <a:prstGeom prst="roundRect">
            <a:avLst>
              <a:gd name="adj" fmla="val 12500"/>
            </a:avLst>
          </a:prstGeom>
          <a:solidFill>
            <a:srgbClr val="EEF6F7"/>
          </a:solidFill>
          <a:ln w="13062">
            <a:solidFill>
              <a:srgbClr val="00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7984" y="3251650"/>
            <a:ext cx="1808683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007A86"/>
                </a:solidFill>
                <a:latin typeface="Arial"/>
              </a:rPr>
              <a:t>type: LoadBalancer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55928" y="3466403"/>
            <a:ext cx="1532796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2" b="1">
                <a:solidFill>
                  <a:srgbClr val="6A6E80"/>
                </a:solidFill>
                <a:latin typeface="Arial"/>
              </a:rPr>
              <a:t>NSX ALB(Avi)·AKO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8952" y="3632955"/>
            <a:ext cx="1206747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2" b="1">
                <a:solidFill>
                  <a:srgbClr val="6A6E80"/>
                </a:solidFill>
                <a:latin typeface="Arial"/>
              </a:rPr>
              <a:t>전용 VIP 자동 발급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52709" y="3123111"/>
            <a:ext cx="2233749" cy="705394"/>
          </a:xfrm>
          <a:prstGeom prst="roundRect">
            <a:avLst>
              <a:gd name="adj" fmla="val 12500"/>
            </a:avLst>
          </a:prstGeom>
          <a:solidFill>
            <a:srgbClr val="F3EEF7"/>
          </a:solidFill>
          <a:ln w="13062">
            <a:solidFill>
              <a:srgbClr val="6C4B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3568" y="3251650"/>
            <a:ext cx="207203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6C4B8F"/>
                </a:solidFill>
                <a:latin typeface="Arial"/>
              </a:rPr>
              <a:t>전용 Ingress Controller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3185" y="3466403"/>
            <a:ext cx="1532796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2" b="1">
                <a:solidFill>
                  <a:srgbClr val="6A6E80"/>
                </a:solidFill>
                <a:latin typeface="Arial"/>
              </a:rPr>
              <a:t>Contour·Cilium 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6966" y="3632955"/>
            <a:ext cx="1125235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2" b="1">
                <a:solidFill>
                  <a:srgbClr val="6A6E80"/>
                </a:solidFill>
                <a:latin typeface="Arial"/>
              </a:rPr>
              <a:t>클러스터별 독립 배포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937171" y="3828506"/>
            <a:ext cx="0" cy="274320"/>
          </a:xfrm>
          <a:prstGeom prst="bentConnector3">
            <a:avLst/>
          </a:prstGeom>
          <a:ln w="26125">
            <a:solidFill>
              <a:srgbClr val="007A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8888186" y="4024449"/>
            <a:ext cx="97971" cy="78377"/>
          </a:xfrm>
          <a:custGeom>
            <a:avLst/>
            <a:gdLst/>
            <a:ahLst/>
            <a:cxnLst/>
            <a:rect l="l" t="t" r="r" b="b"/>
            <a:pathLst>
              <a:path w="97971" h="78377">
                <a:moveTo>
                  <a:pt x="48985" y="78377"/>
                </a:moveTo>
                <a:lnTo>
                  <a:pt x="0" y="0"/>
                </a:lnTo>
                <a:lnTo>
                  <a:pt x="97971" y="0"/>
                </a:lnTo>
                <a:close/>
              </a:path>
            </a:pathLst>
          </a:custGeom>
          <a:solidFill>
            <a:srgbClr val="00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87886" y="4122420"/>
            <a:ext cx="4898571" cy="391886"/>
          </a:xfrm>
          <a:prstGeom prst="roundRect">
            <a:avLst>
              <a:gd name="adj" fmla="val 22500"/>
            </a:avLst>
          </a:prstGeom>
          <a:solidFill>
            <a:srgbClr val="EEF6F7"/>
          </a:solidFill>
          <a:ln w="13062">
            <a:solidFill>
              <a:srgbClr val="00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08395" y="4241161"/>
            <a:ext cx="1457554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1B1E35"/>
                </a:solidFill>
                <a:latin typeface="Arial"/>
              </a:rPr>
              <a:t>Service / Pods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87886" y="4808612"/>
            <a:ext cx="4874797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2" b="1">
                <a:solidFill>
                  <a:srgbClr val="007A86"/>
                </a:solidFill>
                <a:latin typeface="Arial"/>
              </a:rPr>
              <a:t>✓ L4–L7 로드밸런싱 · Shared VIP · 멀티테넌시(Avi 테넌트) · Gateway 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39300" y="6572250"/>
            <a:ext cx="1181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25" b="0">
                <a:solidFill>
                  <a:srgbClr val="6A6E8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38150"/>
            <a:ext cx="1066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1B1E35"/>
                </a:solidFill>
                <a:latin typeface="Arial"/>
              </a:rPr>
              <a:t>NSX VPC — 클러스터별 격리 네트워크 &amp; 완전한 멀티테넌시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57250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A6E80"/>
                </a:solidFill>
                <a:latin typeface="Arial"/>
              </a:rPr>
              <a:t>각 쿠버네티스 클러스터마다 독립된 Virtual Private Cloud → 테넌트 간 완전 격리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428750"/>
            <a:ext cx="10972800" cy="19050"/>
          </a:xfrm>
          <a:prstGeom prst="rect">
            <a:avLst/>
          </a:prstGeom>
          <a:solidFill>
            <a:srgbClr val="00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3514" y="2104209"/>
            <a:ext cx="3331029" cy="2821577"/>
          </a:xfrm>
          <a:prstGeom prst="roundRect">
            <a:avLst>
              <a:gd name="adj" fmla="val 4166"/>
            </a:avLst>
          </a:prstGeom>
          <a:solidFill>
            <a:srgbClr val="EEF6F7"/>
          </a:solidFill>
          <a:ln w="19594">
            <a:solidFill>
              <a:srgbClr val="00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3514" y="2104209"/>
            <a:ext cx="3331029" cy="352697"/>
          </a:xfrm>
          <a:prstGeom prst="roundRect">
            <a:avLst>
              <a:gd name="adj" fmla="val 33333"/>
            </a:avLst>
          </a:prstGeom>
          <a:solidFill>
            <a:srgbClr val="00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3514" y="2280557"/>
            <a:ext cx="3331029" cy="176349"/>
          </a:xfrm>
          <a:prstGeom prst="rect">
            <a:avLst/>
          </a:prstGeom>
          <a:solidFill>
            <a:srgbClr val="00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9457" y="2204139"/>
            <a:ext cx="1451283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7" b="1">
                <a:solidFill>
                  <a:srgbClr val="FFFFFF"/>
                </a:solidFill>
                <a:latin typeface="Arial"/>
              </a:rPr>
              <a:t>🔒 VPC · 테넌트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9863" y="2594066"/>
            <a:ext cx="2978331" cy="509451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3062">
            <a:solidFill>
              <a:srgbClr val="B7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6617" y="2687922"/>
            <a:ext cx="1075073" cy="1851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1" b="1">
                <a:solidFill>
                  <a:srgbClr val="1B1E35"/>
                </a:solidFill>
                <a:latin typeface="Arial"/>
              </a:rPr>
              <a:t>K8s 클러스터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6617" y="2892095"/>
            <a:ext cx="1382312" cy="157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7" b="1">
                <a:solidFill>
                  <a:srgbClr val="6A6E80"/>
                </a:solidFill>
                <a:latin typeface="Arial"/>
              </a:rPr>
              <a:t>전용 네임스페이스 · 워크로드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9863" y="3181894"/>
            <a:ext cx="2978331" cy="431074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3062">
            <a:solidFill>
              <a:srgbClr val="B7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6617" y="3324737"/>
            <a:ext cx="2852667" cy="1851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1" b="1">
                <a:solidFill>
                  <a:srgbClr val="1B1E35"/>
                </a:solidFill>
                <a:latin typeface="Arial"/>
              </a:rPr>
              <a:t>전용 서브넷 · IP 블록 (Private/Public)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9863" y="3691346"/>
            <a:ext cx="2978331" cy="431074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3062">
            <a:solidFill>
              <a:srgbClr val="B7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6617" y="3834188"/>
            <a:ext cx="2429430" cy="1851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1" b="1">
                <a:solidFill>
                  <a:srgbClr val="1B1E35"/>
                </a:solidFill>
                <a:latin typeface="Arial"/>
              </a:rPr>
              <a:t>VPC Gateway · NAT · 정적 라우팅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9863" y="4288580"/>
            <a:ext cx="1959167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5" b="1">
                <a:solidFill>
                  <a:srgbClr val="007A86"/>
                </a:solidFill>
                <a:latin typeface="Arial"/>
              </a:rPr>
              <a:t>독립 보안정책 · 라우팅 도메인 · VPN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0486" y="2104209"/>
            <a:ext cx="3331029" cy="2821577"/>
          </a:xfrm>
          <a:prstGeom prst="roundRect">
            <a:avLst>
              <a:gd name="adj" fmla="val 4166"/>
            </a:avLst>
          </a:prstGeom>
          <a:solidFill>
            <a:srgbClr val="EFF7FB"/>
          </a:solidFill>
          <a:ln w="19594">
            <a:solidFill>
              <a:srgbClr val="019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30486" y="2104209"/>
            <a:ext cx="3331029" cy="352697"/>
          </a:xfrm>
          <a:prstGeom prst="roundRect">
            <a:avLst>
              <a:gd name="adj" fmla="val 33333"/>
            </a:avLst>
          </a:prstGeom>
          <a:solidFill>
            <a:srgbClr val="0193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0486" y="2280557"/>
            <a:ext cx="3331029" cy="176349"/>
          </a:xfrm>
          <a:prstGeom prst="rect">
            <a:avLst/>
          </a:prstGeom>
          <a:solidFill>
            <a:srgbClr val="0193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429" y="2204139"/>
            <a:ext cx="1451283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7" b="1">
                <a:solidFill>
                  <a:srgbClr val="FFFFFF"/>
                </a:solidFill>
                <a:latin typeface="Arial"/>
              </a:rPr>
              <a:t>🔒 VPC · 테넌트 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06834" y="2594066"/>
            <a:ext cx="2978331" cy="509451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3062">
            <a:solidFill>
              <a:srgbClr val="B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63589" y="2687922"/>
            <a:ext cx="1075073" cy="1851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1" b="1">
                <a:solidFill>
                  <a:srgbClr val="1B1E35"/>
                </a:solidFill>
                <a:latin typeface="Arial"/>
              </a:rPr>
              <a:t>K8s 클러스터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63589" y="2892095"/>
            <a:ext cx="1382312" cy="157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7" b="1">
                <a:solidFill>
                  <a:srgbClr val="6A6E80"/>
                </a:solidFill>
                <a:latin typeface="Arial"/>
              </a:rPr>
              <a:t>전용 네임스페이스 · 워크로드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06834" y="3181894"/>
            <a:ext cx="2978331" cy="431074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3062">
            <a:solidFill>
              <a:srgbClr val="B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63589" y="3324737"/>
            <a:ext cx="2852667" cy="1851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1" b="1">
                <a:solidFill>
                  <a:srgbClr val="1B1E35"/>
                </a:solidFill>
                <a:latin typeface="Arial"/>
              </a:rPr>
              <a:t>전용 서브넷 · IP 블록 (Private/Public)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06834" y="3691346"/>
            <a:ext cx="2978331" cy="431074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3062">
            <a:solidFill>
              <a:srgbClr val="B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63589" y="3834188"/>
            <a:ext cx="2429430" cy="1851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1" b="1">
                <a:solidFill>
                  <a:srgbClr val="1B1E35"/>
                </a:solidFill>
                <a:latin typeface="Arial"/>
              </a:rPr>
              <a:t>VPC Gateway · NAT · 정적 라우팅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6834" y="4288580"/>
            <a:ext cx="1959167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5" b="1">
                <a:solidFill>
                  <a:srgbClr val="0193C2"/>
                </a:solidFill>
                <a:latin typeface="Arial"/>
              </a:rPr>
              <a:t>독립 보안정책 · 라우팅 도메인 · VPN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7457" y="2104209"/>
            <a:ext cx="3331029" cy="2821577"/>
          </a:xfrm>
          <a:prstGeom prst="roundRect">
            <a:avLst>
              <a:gd name="adj" fmla="val 4166"/>
            </a:avLst>
          </a:prstGeom>
          <a:solidFill>
            <a:srgbClr val="F5F1F9"/>
          </a:solidFill>
          <a:ln w="19594">
            <a:solidFill>
              <a:srgbClr val="6C4B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57457" y="2104209"/>
            <a:ext cx="3331029" cy="352697"/>
          </a:xfrm>
          <a:prstGeom prst="roundRect">
            <a:avLst>
              <a:gd name="adj" fmla="val 33333"/>
            </a:avLst>
          </a:prstGeom>
          <a:solidFill>
            <a:srgbClr val="6C4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57457" y="2280557"/>
            <a:ext cx="3331029" cy="176349"/>
          </a:xfrm>
          <a:prstGeom prst="rect">
            <a:avLst/>
          </a:prstGeom>
          <a:solidFill>
            <a:srgbClr val="6C4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3400" y="2204139"/>
            <a:ext cx="1451283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7" b="1">
                <a:solidFill>
                  <a:srgbClr val="FFFFFF"/>
                </a:solidFill>
                <a:latin typeface="Arial"/>
              </a:rPr>
              <a:t>🔒 VPC · 테넌트 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3806" y="2594066"/>
            <a:ext cx="2978331" cy="509451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3062">
            <a:solidFill>
              <a:srgbClr val="D3C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90560" y="2687922"/>
            <a:ext cx="1075073" cy="1851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1" b="1">
                <a:solidFill>
                  <a:srgbClr val="1B1E35"/>
                </a:solidFill>
                <a:latin typeface="Arial"/>
              </a:rPr>
              <a:t>K8s 클러스터 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0560" y="2892095"/>
            <a:ext cx="1382312" cy="157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7" b="1">
                <a:solidFill>
                  <a:srgbClr val="6A6E80"/>
                </a:solidFill>
                <a:latin typeface="Arial"/>
              </a:rPr>
              <a:t>전용 네임스페이스 · 워크로드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3806" y="3181894"/>
            <a:ext cx="2978331" cy="431074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3062">
            <a:solidFill>
              <a:srgbClr val="D3C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90560" y="3324737"/>
            <a:ext cx="2852667" cy="1851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1" b="1">
                <a:solidFill>
                  <a:srgbClr val="1B1E35"/>
                </a:solidFill>
                <a:latin typeface="Arial"/>
              </a:rPr>
              <a:t>전용 서브넷 · IP 블록 (Private/Public)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3806" y="3691346"/>
            <a:ext cx="2978331" cy="431074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3062">
            <a:solidFill>
              <a:srgbClr val="D3C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90560" y="3834188"/>
            <a:ext cx="2429430" cy="1851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1" b="1">
                <a:solidFill>
                  <a:srgbClr val="1B1E35"/>
                </a:solidFill>
                <a:latin typeface="Arial"/>
              </a:rPr>
              <a:t>VPC Gateway · NAT · 정적 라우팅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3806" y="4288580"/>
            <a:ext cx="1959167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5" b="1">
                <a:solidFill>
                  <a:srgbClr val="6C4B8F"/>
                </a:solidFill>
                <a:latin typeface="Arial"/>
              </a:rPr>
              <a:t>독립 보안정책 · 라우팅 도메인 · VPN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332514" y="2554877"/>
            <a:ext cx="0" cy="2312126"/>
          </a:xfrm>
          <a:prstGeom prst="bentConnector3">
            <a:avLst/>
          </a:prstGeom>
          <a:ln w="26125">
            <a:solidFill>
              <a:srgbClr val="CFD2D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859486" y="2554877"/>
            <a:ext cx="0" cy="2312126"/>
          </a:xfrm>
          <a:prstGeom prst="bentConnector3">
            <a:avLst/>
          </a:prstGeom>
          <a:ln w="26125">
            <a:solidFill>
              <a:srgbClr val="CFD2D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569029" y="4925786"/>
            <a:ext cx="0" cy="235131"/>
          </a:xfrm>
          <a:prstGeom prst="bentConnector3">
            <a:avLst/>
          </a:prstGeom>
          <a:ln w="26125">
            <a:solidFill>
              <a:srgbClr val="9AA0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096000" y="4925786"/>
            <a:ext cx="0" cy="235131"/>
          </a:xfrm>
          <a:prstGeom prst="bentConnector3">
            <a:avLst/>
          </a:prstGeom>
          <a:ln w="26125">
            <a:solidFill>
              <a:srgbClr val="9AA0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622971" y="4925786"/>
            <a:ext cx="0" cy="235131"/>
          </a:xfrm>
          <a:prstGeom prst="bentConnector3">
            <a:avLst/>
          </a:prstGeom>
          <a:ln w="26125">
            <a:solidFill>
              <a:srgbClr val="9AA0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903514" y="5180511"/>
            <a:ext cx="10384971" cy="470263"/>
          </a:xfrm>
          <a:prstGeom prst="roundRect">
            <a:avLst>
              <a:gd name="adj" fmla="val 20833"/>
            </a:avLst>
          </a:prstGeom>
          <a:solidFill>
            <a:srgbClr val="F2F2F2"/>
          </a:solidFill>
          <a:ln w="13062">
            <a:solidFill>
              <a:srgbClr val="CF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62705" y="5338441"/>
            <a:ext cx="426659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1B1E35"/>
                </a:solidFill>
                <a:latin typeface="Arial"/>
              </a:rPr>
              <a:t>NSX 오버레이 · DTGW 물리 패브릭 — 공용 언더레이 (VPC 간 완전 격리)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39300" y="6572250"/>
            <a:ext cx="1181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25" b="0">
                <a:solidFill>
                  <a:srgbClr val="6A6E8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38150"/>
            <a:ext cx="1066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1B1E35"/>
                </a:solidFill>
                <a:latin typeface="Arial"/>
              </a:rPr>
              <a:t>VCF 9.1 — 숫자로 보는 개선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57250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A6E80"/>
                </a:solidFill>
                <a:latin typeface="Arial"/>
              </a:rPr>
              <a:t>프로비저닝·스케일·네트워크 성능과 9.0 → 9.1 핵심 변화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428750"/>
            <a:ext cx="10972800" cy="19050"/>
          </a:xfrm>
          <a:prstGeom prst="rect">
            <a:avLst/>
          </a:prstGeom>
          <a:solidFill>
            <a:srgbClr val="00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1676400"/>
            <a:ext cx="3276600" cy="1047750"/>
          </a:xfrm>
          <a:prstGeom prst="roundRect">
            <a:avLst>
              <a:gd name="adj" fmla="val 9000"/>
            </a:avLst>
          </a:prstGeom>
          <a:noFill/>
          <a:ln w="12700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1809750"/>
            <a:ext cx="28575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61A00A"/>
                </a:solidFill>
                <a:latin typeface="Arial"/>
              </a:rPr>
              <a:t>70%↓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266950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B1E35"/>
                </a:solidFill>
                <a:latin typeface="Arial"/>
              </a:rPr>
              <a:t>클러스터 프로비저닝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476500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>
                <a:solidFill>
                  <a:srgbClr val="6A6E80"/>
                </a:solidFill>
                <a:latin typeface="Arial"/>
              </a:rPr>
              <a:t>약 37 → 11분 · Fast Deploy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76400"/>
            <a:ext cx="3276600" cy="1047750"/>
          </a:xfrm>
          <a:prstGeom prst="roundRect">
            <a:avLst>
              <a:gd name="adj" fmla="val 9000"/>
            </a:avLst>
          </a:prstGeom>
          <a:noFill/>
          <a:ln w="12700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09750"/>
            <a:ext cx="28575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7A86"/>
                </a:solidFill>
                <a:latin typeface="Arial"/>
              </a:rPr>
              <a:t>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66950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B1E35"/>
                </a:solidFill>
                <a:latin typeface="Arial"/>
              </a:rPr>
              <a:t>클러스터 / Supervisor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76500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>
                <a:solidFill>
                  <a:srgbClr val="6A6E80"/>
                </a:solidFill>
                <a:latin typeface="Arial"/>
              </a:rPr>
              <a:t>4,000 노드 · 워커 최대 250대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7200" y="1676400"/>
            <a:ext cx="3276600" cy="1047750"/>
          </a:xfrm>
          <a:prstGeom prst="roundRect">
            <a:avLst>
              <a:gd name="adj" fmla="val 9000"/>
            </a:avLst>
          </a:prstGeom>
          <a:noFill/>
          <a:ln w="12700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5800" y="1809750"/>
            <a:ext cx="28575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6C4B8F"/>
                </a:solidFill>
                <a:latin typeface="Arial"/>
              </a:rPr>
              <a:t>40%↑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800" y="2266950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B1E35"/>
                </a:solidFill>
                <a:latin typeface="Arial"/>
              </a:rPr>
              <a:t>네트워크 성능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5800" y="2476500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>
                <a:solidFill>
                  <a:srgbClr val="6A6E80"/>
                </a:solidFill>
                <a:latin typeface="Arial"/>
              </a:rPr>
              <a:t>Antrea 하이브리드 · DTGW Line-rate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09600" y="3048000"/>
          <a:ext cx="1097280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730752"/>
                <a:gridCol w="2852928"/>
                <a:gridCol w="4389120"/>
              </a:tblGrid>
              <a:tr h="36576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</a:rPr>
                        <a:t>추가 개선 항목</a:t>
                      </a:r>
                    </a:p>
                  </a:txBody>
                  <a:tcPr marL="114300" marR="76200" marT="57150" marB="57150" anchor="ctr">
                    <a:solidFill>
                      <a:srgbClr val="1B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</a:rPr>
                        <a:t>VCF 9.0</a:t>
                      </a:r>
                    </a:p>
                  </a:txBody>
                  <a:tcPr marL="114300" marR="76200" marT="57150" marB="57150" anchor="ctr">
                    <a:solidFill>
                      <a:srgbClr val="1B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</a:rPr>
                        <a:t>VCF 9.1</a:t>
                      </a:r>
                    </a:p>
                  </a:txBody>
                  <a:tcPr marL="114300" marR="76200" marT="57150" marB="57150" anchor="ctr">
                    <a:solidFill>
                      <a:srgbClr val="1B1E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07A86"/>
                          </a:solidFill>
                          <a:latin typeface="Arial"/>
                        </a:rPr>
                        <a:t>클러스터 업그레이드 시간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2C3047"/>
                          </a:solidFill>
                          <a:latin typeface="Arial"/>
                        </a:rPr>
                        <a:t>기존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2C3047"/>
                          </a:solidFill>
                          <a:latin typeface="Arial"/>
                        </a:rPr>
                        <a:t>67% 단축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07A86"/>
                          </a:solidFill>
                          <a:latin typeface="Arial"/>
                        </a:rPr>
                        <a:t>Max ESX 호스트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2C3047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2C3047"/>
                          </a:solidFill>
                          <a:latin typeface="Arial"/>
                        </a:rPr>
                        <a:t>5,000대로 스케일 확장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07A86"/>
                          </a:solidFill>
                          <a:latin typeface="Arial"/>
                        </a:rPr>
                        <a:t>Zone 아키텍처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2C3047"/>
                          </a:solidFill>
                          <a:latin typeface="Arial"/>
                        </a:rPr>
                        <a:t>기본 Zone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2C3047"/>
                          </a:solidFill>
                          <a:latin typeface="Arial"/>
                        </a:rPr>
                        <a:t>Custom Zone · 다중 클러스터 · AI GPU 격리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07A86"/>
                          </a:solidFill>
                          <a:latin typeface="Arial"/>
                        </a:rPr>
                        <a:t>노드 풀 배치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2C3047"/>
                          </a:solidFill>
                          <a:latin typeface="Arial"/>
                        </a:rPr>
                        <a:t>수동 지정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2C3047"/>
                          </a:solidFill>
                          <a:latin typeface="Arial"/>
                        </a:rPr>
                        <a:t>지능형 배치 — DRS가 GPU·NVMe 자동 최적화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9639300" y="6572250"/>
            <a:ext cx="1181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25" b="0">
                <a:solidFill>
                  <a:srgbClr val="6A6E8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38150"/>
            <a:ext cx="1066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1B1E35"/>
                </a:solidFill>
                <a:latin typeface="Arial"/>
              </a:rPr>
              <a:t>VCF 9.1 신규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57250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A6E80"/>
                </a:solidFill>
                <a:latin typeface="Arial"/>
              </a:rPr>
              <a:t>Zone·네트워킹·노드 커스터마이징·거버넌스 등 플랫폼 전반 개선 (성능 수치는 앞 페이지 참고)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428750"/>
            <a:ext cx="10972800" cy="19050"/>
          </a:xfrm>
          <a:prstGeom prst="rect">
            <a:avLst/>
          </a:prstGeom>
          <a:solidFill>
            <a:srgbClr val="00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1733550"/>
            <a:ext cx="10972800" cy="447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0">
                <a:solidFill>
                  <a:srgbClr val="61A00A"/>
                </a:solidFill>
                <a:latin typeface="Arial"/>
              </a:rPr>
              <a:t>■  </a:t>
            </a:r>
            <a:r>
              <a:rPr sz="1275" b="1">
                <a:solidFill>
                  <a:srgbClr val="1B1E35"/>
                </a:solidFill>
                <a:latin typeface="Arial"/>
              </a:rPr>
              <a:t>Enhanced Zone Architecture  </a:t>
            </a:r>
            <a:r>
              <a:rPr sz="1275" b="0">
                <a:solidFill>
                  <a:srgbClr val="2C3047"/>
                </a:solidFill>
                <a:latin typeface="Arial"/>
              </a:rPr>
              <a:t>— Zone당 여러 클러스터·무중단 HW 교체, AI GPU 전용 Custom Zone으로 워크로드 격리</a:t>
            </a:r>
          </a:p>
          <a:p>
            <a:pPr algn="l">
              <a:lnSpc>
                <a:spcPct val="150000"/>
              </a:lnSpc>
            </a:pPr>
            <a:r>
              <a:rPr sz="1275" b="0">
                <a:solidFill>
                  <a:srgbClr val="61A00A"/>
                </a:solidFill>
                <a:latin typeface="Arial"/>
              </a:rPr>
              <a:t>■  </a:t>
            </a:r>
            <a:r>
              <a:rPr sz="1275" b="1">
                <a:solidFill>
                  <a:srgbClr val="1B1E35"/>
                </a:solidFill>
                <a:latin typeface="Arial"/>
              </a:rPr>
              <a:t>Multi Network  </a:t>
            </a:r>
            <a:r>
              <a:rPr sz="1275" b="0">
                <a:solidFill>
                  <a:srgbClr val="2C3047"/>
                </a:solidFill>
                <a:latin typeface="Arial"/>
              </a:rPr>
              <a:t>— VKS 클러스터에 테넌트당 다중 Transit Gateway·격리 VPN·정적 라우팅·맞춤 NAT</a:t>
            </a:r>
          </a:p>
          <a:p>
            <a:pPr algn="l">
              <a:lnSpc>
                <a:spcPct val="150000"/>
              </a:lnSpc>
            </a:pPr>
            <a:r>
              <a:rPr sz="1275" b="0">
                <a:solidFill>
                  <a:srgbClr val="61A00A"/>
                </a:solidFill>
                <a:latin typeface="Arial"/>
              </a:rPr>
              <a:t>■  </a:t>
            </a:r>
            <a:r>
              <a:rPr sz="1275" b="1">
                <a:solidFill>
                  <a:srgbClr val="1B1E35"/>
                </a:solidFill>
                <a:latin typeface="Arial"/>
              </a:rPr>
              <a:t>Node Customization &amp; CNI 선택  </a:t>
            </a:r>
            <a:r>
              <a:rPr sz="1275" b="0">
                <a:solidFill>
                  <a:srgbClr val="2C3047"/>
                </a:solidFill>
                <a:latin typeface="Arial"/>
              </a:rPr>
              <a:t>— TuneD 커널 프로파일·AppArmor 보안 프로파일 · 요구사항별 CNI 유연 선택·네트워킹 애드온</a:t>
            </a:r>
          </a:p>
          <a:p>
            <a:pPr algn="l">
              <a:lnSpc>
                <a:spcPct val="150000"/>
              </a:lnSpc>
            </a:pPr>
            <a:r>
              <a:rPr sz="1275" b="0">
                <a:solidFill>
                  <a:srgbClr val="61A00A"/>
                </a:solidFill>
                <a:latin typeface="Arial"/>
              </a:rPr>
              <a:t>■  </a:t>
            </a:r>
            <a:r>
              <a:rPr sz="1275" b="1">
                <a:solidFill>
                  <a:srgbClr val="1B1E35"/>
                </a:solidFill>
                <a:latin typeface="Arial"/>
              </a:rPr>
              <a:t>Intelligent Node Pool Placement  </a:t>
            </a:r>
            <a:r>
              <a:rPr sz="1275" b="0">
                <a:solidFill>
                  <a:srgbClr val="2C3047"/>
                </a:solidFill>
                <a:latin typeface="Arial"/>
              </a:rPr>
              <a:t>— vSphere DRS가 GPU·NVMe 요구를 자동 분석해 최적 호스트에 배치</a:t>
            </a:r>
          </a:p>
          <a:p>
            <a:pPr algn="l">
              <a:lnSpc>
                <a:spcPct val="150000"/>
              </a:lnSpc>
            </a:pPr>
            <a:r>
              <a:rPr sz="1275" b="0">
                <a:solidFill>
                  <a:srgbClr val="61A00A"/>
                </a:solidFill>
                <a:latin typeface="Arial"/>
              </a:rPr>
              <a:t>■  </a:t>
            </a:r>
            <a:r>
              <a:rPr sz="1275" b="1">
                <a:solidFill>
                  <a:srgbClr val="1B1E35"/>
                </a:solidFill>
                <a:latin typeface="Arial"/>
              </a:rPr>
              <a:t>VCF Mgmt / VCFA  </a:t>
            </a:r>
            <a:r>
              <a:rPr sz="1275" b="0">
                <a:solidFill>
                  <a:srgbClr val="2C3047"/>
                </a:solidFill>
                <a:latin typeface="Arial"/>
              </a:rPr>
              <a:t>— FinOps 비용 분석(Cost Showback) · 지속 컴플라이언스(구성 Drift 자동 교정)</a:t>
            </a:r>
          </a:p>
          <a:p>
            <a:pPr algn="l">
              <a:lnSpc>
                <a:spcPct val="150000"/>
              </a:lnSpc>
            </a:pPr>
            <a:r>
              <a:rPr sz="1275" b="0">
                <a:solidFill>
                  <a:srgbClr val="61A00A"/>
                </a:solidFill>
                <a:latin typeface="Arial"/>
              </a:rPr>
              <a:t>■  </a:t>
            </a:r>
            <a:r>
              <a:rPr sz="1275" b="1">
                <a:solidFill>
                  <a:srgbClr val="1B1E35"/>
                </a:solidFill>
                <a:latin typeface="Arial"/>
              </a:rPr>
              <a:t>VCFA BluePrint 카탈로그  </a:t>
            </a:r>
            <a:r>
              <a:rPr sz="1275" b="0">
                <a:solidFill>
                  <a:srgbClr val="2C3047"/>
                </a:solidFill>
                <a:latin typeface="Arial"/>
              </a:rPr>
              <a:t>— 관리자 개입 없이 셀프서비스로 클러스터 프로비저닝·DR 복제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9300" y="6572250"/>
            <a:ext cx="1181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25" b="0">
                <a:solidFill>
                  <a:srgbClr val="6A6E8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38150"/>
            <a:ext cx="1066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1B1E35"/>
                </a:solidFill>
                <a:latin typeface="Arial"/>
              </a:rPr>
              <a:t>VCF 9.1 핵심 변화 — DTGW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57250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A6E80"/>
                </a:solidFill>
                <a:latin typeface="Arial"/>
              </a:rPr>
              <a:t>Distributed Transit Gateway — 전용 NSX Edge 노드 제거, Line-rate 성능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428750"/>
            <a:ext cx="10972800" cy="19050"/>
          </a:xfrm>
          <a:prstGeom prst="rect">
            <a:avLst/>
          </a:prstGeom>
          <a:solidFill>
            <a:srgbClr val="00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3514" y="2255476"/>
            <a:ext cx="3501629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8" b="1">
                <a:solidFill>
                  <a:srgbClr val="1B1E35"/>
                </a:solidFill>
                <a:latin typeface="Arial"/>
              </a:rPr>
              <a:t>VCF 9.0 — 전용 NSX Edge 경유 (병목)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3514" y="2633254"/>
            <a:ext cx="1959429" cy="587829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 w="13062">
            <a:solidFill>
              <a:srgbClr val="CF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97429" y="2850751"/>
            <a:ext cx="1169126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7" b="1">
                <a:solidFill>
                  <a:srgbClr val="6A6E80"/>
                </a:solidFill>
                <a:latin typeface="Arial"/>
              </a:rPr>
              <a:t>ESXi Hosts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48743" y="2633254"/>
            <a:ext cx="2057400" cy="587829"/>
          </a:xfrm>
          <a:prstGeom prst="roundRect">
            <a:avLst>
              <a:gd name="adj" fmla="val 15000"/>
            </a:avLst>
          </a:prstGeom>
          <a:solidFill>
            <a:srgbClr val="FFF7D6"/>
          </a:solidFill>
          <a:ln w="13062">
            <a:solidFill>
              <a:srgbClr val="EDB5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64280" y="2850751"/>
            <a:ext cx="1733441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7" b="1">
                <a:solidFill>
                  <a:srgbClr val="6A6E80"/>
                </a:solidFill>
                <a:latin typeface="Arial"/>
              </a:rPr>
              <a:t>NSX Edge Cluster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3514" y="3808911"/>
            <a:ext cx="4702629" cy="509451"/>
          </a:xfrm>
          <a:prstGeom prst="roundRect">
            <a:avLst>
              <a:gd name="adj" fmla="val 17307"/>
            </a:avLst>
          </a:prstGeom>
          <a:solidFill>
            <a:srgbClr val="F2F2F2"/>
          </a:solidFill>
          <a:ln w="13062">
            <a:solidFill>
              <a:srgbClr val="CF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71057" y="3987219"/>
            <a:ext cx="2297757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7" b="1">
                <a:solidFill>
                  <a:srgbClr val="6A6E80"/>
                </a:solidFill>
                <a:latin typeface="Arial"/>
              </a:rPr>
              <a:t>Physical Switch Fabric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62943" y="2927169"/>
            <a:ext cx="685800" cy="0"/>
          </a:xfrm>
          <a:prstGeom prst="bentConnector3">
            <a:avLst/>
          </a:prstGeom>
          <a:ln w="39188">
            <a:solidFill>
              <a:srgbClr val="EDB5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7443" y="3221083"/>
            <a:ext cx="0" cy="587828"/>
          </a:xfrm>
          <a:prstGeom prst="bentConnector3">
            <a:avLst/>
          </a:prstGeom>
          <a:ln w="39188">
            <a:solidFill>
              <a:srgbClr val="EDB5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03514" y="4594642"/>
            <a:ext cx="2203704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7" b="1">
                <a:solidFill>
                  <a:srgbClr val="9A7A00"/>
                </a:solidFill>
                <a:latin typeface="Arial"/>
              </a:rPr>
              <a:t>⚠ 엣지 노드가 병목 · 추가 홉 발생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91943" y="2280557"/>
            <a:ext cx="0" cy="2743200"/>
          </a:xfrm>
          <a:prstGeom prst="bentConnector3">
            <a:avLst/>
          </a:prstGeom>
          <a:ln w="26125">
            <a:solidFill>
              <a:srgbClr val="E3E5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83829" y="2255476"/>
            <a:ext cx="3840219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8" b="1">
                <a:solidFill>
                  <a:srgbClr val="1B1E35"/>
                </a:solidFill>
                <a:latin typeface="Arial"/>
              </a:rPr>
              <a:t>VCF 9.1 — DTGW 직접 연결 (Line-rate)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83829" y="2633254"/>
            <a:ext cx="2351314" cy="587829"/>
          </a:xfrm>
          <a:prstGeom prst="roundRect">
            <a:avLst>
              <a:gd name="adj" fmla="val 15000"/>
            </a:avLst>
          </a:prstGeom>
          <a:solidFill>
            <a:srgbClr val="EEF6F7"/>
          </a:solidFill>
          <a:ln w="13062">
            <a:solidFill>
              <a:srgbClr val="00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149" y="2850751"/>
            <a:ext cx="1263178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7" b="1">
                <a:solidFill>
                  <a:srgbClr val="6A6E80"/>
                </a:solidFill>
                <a:latin typeface="Arial"/>
              </a:rPr>
              <a:t>ESXi + DTGW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83829" y="3808911"/>
            <a:ext cx="4604657" cy="509451"/>
          </a:xfrm>
          <a:prstGeom prst="roundRect">
            <a:avLst>
              <a:gd name="adj" fmla="val 17307"/>
            </a:avLst>
          </a:prstGeom>
          <a:solidFill>
            <a:srgbClr val="F2F2F2"/>
          </a:solidFill>
          <a:ln w="13062">
            <a:solidFill>
              <a:srgbClr val="CF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7314" y="3987219"/>
            <a:ext cx="2297757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7" b="1">
                <a:solidFill>
                  <a:srgbClr val="6A6E80"/>
                </a:solidFill>
                <a:latin typeface="Arial"/>
              </a:rPr>
              <a:t>Physical Switch Fabric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59486" y="3221083"/>
            <a:ext cx="0" cy="587828"/>
          </a:xfrm>
          <a:prstGeom prst="bentConnector3">
            <a:avLst/>
          </a:prstGeom>
          <a:ln w="52251">
            <a:solidFill>
              <a:srgbClr val="007A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683829" y="4594642"/>
            <a:ext cx="3426387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7" b="1">
                <a:solidFill>
                  <a:srgbClr val="007A86"/>
                </a:solidFill>
                <a:latin typeface="Arial"/>
              </a:rPr>
              <a:t>✓ 전용 Edge 노드 불필요 · 분산 브리징 · 성능 극대화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39300" y="6572250"/>
            <a:ext cx="1181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25" b="0">
                <a:solidFill>
                  <a:srgbClr val="6A6E80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38150"/>
            <a:ext cx="1066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1B1E35"/>
                </a:solidFill>
                <a:latin typeface="Arial"/>
              </a:rPr>
              <a:t>버전별 변화 (VKS 3.5 → 3.7)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57250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A6E80"/>
                </a:solidFill>
                <a:latin typeface="Arial"/>
              </a:rPr>
              <a:t>각 메이저 버전은 이전 VKr 호환 제거 · ClusterClass 리베이스 필수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428750"/>
            <a:ext cx="10972800" cy="19050"/>
          </a:xfrm>
          <a:prstGeom prst="rect">
            <a:avLst/>
          </a:prstGeom>
          <a:solidFill>
            <a:srgbClr val="00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785257" y="2226129"/>
            <a:ext cx="8621486" cy="0"/>
          </a:xfrm>
          <a:prstGeom prst="bentConnector3">
            <a:avLst/>
          </a:prstGeom>
          <a:ln w="26125">
            <a:solidFill>
              <a:srgbClr val="CFD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2451463" y="2108563"/>
            <a:ext cx="235131" cy="235131"/>
          </a:xfrm>
          <a:prstGeom prst="ellipse">
            <a:avLst/>
          </a:prstGeom>
          <a:solidFill>
            <a:srgbClr val="00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66623" y="1791135"/>
            <a:ext cx="60481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42" b="1">
                <a:solidFill>
                  <a:srgbClr val="1B1E35"/>
                </a:solidFill>
                <a:latin typeface="Arial"/>
              </a:rPr>
              <a:t>3.5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78518" y="2404437"/>
            <a:ext cx="981021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7" b="1">
                <a:solidFill>
                  <a:srgbClr val="007A86"/>
                </a:solidFill>
                <a:latin typeface="Arial"/>
              </a:rPr>
              <a:t>K8s 1.34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9122" y="2628987"/>
            <a:ext cx="2159813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6A6E80"/>
                </a:solidFill>
                <a:latin typeface="Arial"/>
              </a:rPr>
              <a:t>2025-10 · CAPI v1beta2</a:t>
            </a:r>
          </a:p>
        </p:txBody>
      </p:sp>
      <p:sp>
        <p:nvSpPr>
          <p:cNvPr id="10" name="Oval 9"/>
          <p:cNvSpPr/>
          <p:nvPr/>
        </p:nvSpPr>
        <p:spPr>
          <a:xfrm>
            <a:off x="5978434" y="2108563"/>
            <a:ext cx="235131" cy="235131"/>
          </a:xfrm>
          <a:prstGeom prst="ellipse">
            <a:avLst/>
          </a:prstGeom>
          <a:solidFill>
            <a:srgbClr val="0193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93595" y="1791135"/>
            <a:ext cx="60481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42" b="1">
                <a:solidFill>
                  <a:srgbClr val="1B1E35"/>
                </a:solidFill>
                <a:latin typeface="Arial"/>
              </a:rPr>
              <a:t>3.6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5490" y="2404437"/>
            <a:ext cx="981021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7" b="1">
                <a:solidFill>
                  <a:srgbClr val="007A86"/>
                </a:solidFill>
                <a:latin typeface="Arial"/>
              </a:rPr>
              <a:t>K8s 1.35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4420" y="2628987"/>
            <a:ext cx="242316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6A6E80"/>
                </a:solidFill>
                <a:latin typeface="Arial"/>
              </a:rPr>
              <a:t>2026-02 · RHEL·ImageBaker</a:t>
            </a:r>
          </a:p>
        </p:txBody>
      </p:sp>
      <p:sp>
        <p:nvSpPr>
          <p:cNvPr id="14" name="Oval 13"/>
          <p:cNvSpPr/>
          <p:nvPr/>
        </p:nvSpPr>
        <p:spPr>
          <a:xfrm>
            <a:off x="9505406" y="2108563"/>
            <a:ext cx="235131" cy="235131"/>
          </a:xfrm>
          <a:prstGeom prst="ellipse">
            <a:avLst/>
          </a:prstGeom>
          <a:solidFill>
            <a:srgbClr val="6C4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0566" y="1791135"/>
            <a:ext cx="60481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42" b="1">
                <a:solidFill>
                  <a:srgbClr val="1B1E35"/>
                </a:solidFill>
                <a:latin typeface="Arial"/>
              </a:rPr>
              <a:t>3.7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2461" y="2404437"/>
            <a:ext cx="981021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7" b="1">
                <a:solidFill>
                  <a:srgbClr val="007A86"/>
                </a:solidFill>
                <a:latin typeface="Arial"/>
              </a:rPr>
              <a:t>K8s 1.36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86956" y="2628987"/>
            <a:ext cx="207203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6A6E80"/>
                </a:solidFill>
                <a:latin typeface="Arial"/>
              </a:rPr>
              <a:t>2026-06 · 5노드 CP·OIDC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09600" y="3260271"/>
          <a:ext cx="10972800" cy="14668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77824"/>
                <a:gridCol w="1536192"/>
                <a:gridCol w="8558784"/>
              </a:tblGrid>
              <a:tr h="366712">
                <a:tc>
                  <a:txBody>
                    <a:bodyPr/>
                    <a:lstStyle/>
                    <a:p>
                      <a:r>
                        <a:rPr sz="937" b="1">
                          <a:solidFill>
                            <a:srgbClr val="FFFFFF"/>
                          </a:solidFill>
                          <a:latin typeface="Arial"/>
                        </a:rPr>
                        <a:t>VKS</a:t>
                      </a:r>
                    </a:p>
                  </a:txBody>
                  <a:tcPr marL="114300" marR="76200" marT="57150" marB="57150" anchor="ctr">
                    <a:solidFill>
                      <a:srgbClr val="1B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7" b="1">
                          <a:solidFill>
                            <a:srgbClr val="FFFFFF"/>
                          </a:solidFill>
                          <a:latin typeface="Arial"/>
                        </a:rPr>
                        <a:t>K8s(VKr)</a:t>
                      </a:r>
                    </a:p>
                  </a:txBody>
                  <a:tcPr marL="114300" marR="76200" marT="57150" marB="57150" anchor="ctr">
                    <a:solidFill>
                      <a:srgbClr val="1B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7" b="1">
                          <a:solidFill>
                            <a:srgbClr val="FFFFFF"/>
                          </a:solidFill>
                          <a:latin typeface="Arial"/>
                        </a:rPr>
                        <a:t>핵심 키워드</a:t>
                      </a:r>
                    </a:p>
                  </a:txBody>
                  <a:tcPr marL="114300" marR="76200" marT="57150" marB="57150" anchor="ctr">
                    <a:solidFill>
                      <a:srgbClr val="1B1E35"/>
                    </a:solidFill>
                  </a:tcPr>
                </a:tc>
              </a:tr>
              <a:tr h="366712">
                <a:tc>
                  <a:txBody>
                    <a:bodyPr/>
                    <a:lstStyle/>
                    <a:p>
                      <a:r>
                        <a:rPr sz="937" b="1">
                          <a:solidFill>
                            <a:srgbClr val="007A86"/>
                          </a:solidFill>
                          <a:latin typeface="Arial"/>
                        </a:rPr>
                        <a:t>3.5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7" b="0">
                          <a:solidFill>
                            <a:srgbClr val="2C3047"/>
                          </a:solidFill>
                          <a:latin typeface="Arial"/>
                        </a:rPr>
                        <a:t>v1.34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7" b="0">
                          <a:solidFill>
                            <a:srgbClr val="2C3047"/>
                          </a:solidFill>
                          <a:latin typeface="Arial"/>
                        </a:rPr>
                        <a:t>Cluster API v1beta2 · AddonRepository API · CIS/STIG 구성변수 · PDB 가드레일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</a:tr>
              <a:tr h="366712">
                <a:tc>
                  <a:txBody>
                    <a:bodyPr/>
                    <a:lstStyle/>
                    <a:p>
                      <a:r>
                        <a:rPr sz="937" b="1">
                          <a:solidFill>
                            <a:srgbClr val="007A86"/>
                          </a:solidFill>
                          <a:latin typeface="Arial"/>
                        </a:rPr>
                        <a:t>3.6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7" b="0">
                          <a:solidFill>
                            <a:srgbClr val="2C3047"/>
                          </a:solidFill>
                          <a:latin typeface="Arial"/>
                        </a:rPr>
                        <a:t>v1.35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7" b="0">
                          <a:solidFill>
                            <a:srgbClr val="2C3047"/>
                          </a:solidFill>
                          <a:latin typeface="Arial"/>
                        </a:rPr>
                        <a:t>RHEL 노드 · ImageBaker · CNI 애드온화 · (9.1) 500클러스터·Fast Deploy·SR-IOV·Cilium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</a:tr>
              <a:tr h="366714">
                <a:tc>
                  <a:txBody>
                    <a:bodyPr/>
                    <a:lstStyle/>
                    <a:p>
                      <a:r>
                        <a:rPr sz="937" b="1">
                          <a:solidFill>
                            <a:srgbClr val="007A86"/>
                          </a:solidFill>
                          <a:latin typeface="Arial"/>
                        </a:rPr>
                        <a:t>3.7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7" b="0">
                          <a:solidFill>
                            <a:srgbClr val="2C3047"/>
                          </a:solidFill>
                          <a:latin typeface="Arial"/>
                        </a:rPr>
                        <a:t>v1.36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7" b="0">
                          <a:solidFill>
                            <a:srgbClr val="2C3047"/>
                          </a:solidFill>
                          <a:latin typeface="Arial"/>
                        </a:rPr>
                        <a:t>5노드 CP · 네이티브 OIDC(CEL) · FIPS/TLS · 워커 250대 · TKC API 제거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9639300" y="6572250"/>
            <a:ext cx="1181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25" b="0">
                <a:solidFill>
                  <a:srgbClr val="6A6E80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38150"/>
            <a:ext cx="1066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1B1E35"/>
                </a:solidFill>
                <a:latin typeface="Arial"/>
              </a:rPr>
              <a:t>VKS 버전별 기능 추가·개선 (3.5 → 3.6 → 3.7)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57250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A6E80"/>
                </a:solidFill>
                <a:latin typeface="Arial"/>
              </a:rPr>
              <a:t>메이저 업그레이드마다 더해진 코어·보안·네트워킹·스케일·애드온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428750"/>
            <a:ext cx="10972800" cy="19050"/>
          </a:xfrm>
          <a:prstGeom prst="rect">
            <a:avLst/>
          </a:prstGeom>
          <a:solidFill>
            <a:srgbClr val="00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676400"/>
          <a:ext cx="10972800" cy="21907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26464"/>
                <a:gridCol w="3182112"/>
                <a:gridCol w="3182112"/>
                <a:gridCol w="3182112"/>
              </a:tblGrid>
              <a:tr h="365125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</a:rPr>
                        <a:t>영역</a:t>
                      </a:r>
                    </a:p>
                  </a:txBody>
                  <a:tcPr marL="114300" marR="76200" marT="57150" marB="57150" anchor="ctr">
                    <a:solidFill>
                      <a:srgbClr val="1B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</a:rPr>
                        <a:t>3.5 · K8s 1.34</a:t>
                      </a:r>
                    </a:p>
                  </a:txBody>
                  <a:tcPr marL="114300" marR="76200" marT="57150" marB="57150" anchor="ctr">
                    <a:solidFill>
                      <a:srgbClr val="1B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</a:rPr>
                        <a:t>3.6 · K8s 1.35</a:t>
                      </a:r>
                    </a:p>
                  </a:txBody>
                  <a:tcPr marL="114300" marR="76200" marT="57150" marB="57150" anchor="ctr">
                    <a:solidFill>
                      <a:srgbClr val="1B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</a:rPr>
                        <a:t>3.7 · K8s 1.36</a:t>
                      </a:r>
                    </a:p>
                  </a:txBody>
                  <a:tcPr marL="114300" marR="76200" marT="57150" marB="57150" anchor="ctr">
                    <a:solidFill>
                      <a:srgbClr val="1B1E35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007A86"/>
                          </a:solidFill>
                          <a:latin typeface="Arial"/>
                        </a:rPr>
                        <a:t>코어 &amp; API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2C3047"/>
                          </a:solidFill>
                          <a:latin typeface="Arial"/>
                        </a:rPr>
                        <a:t>Cluster API v1beta2 자동 전환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2C3047"/>
                          </a:solidFill>
                          <a:latin typeface="Arial"/>
                        </a:rPr>
                        <a:t>RHEL 노드 · ImageBaker · CNI 애드온화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2C3047"/>
                          </a:solidFill>
                          <a:latin typeface="Arial"/>
                        </a:rPr>
                        <a:t>5노드 컨트롤 플레인 · CAPI v1.13 · 인플레이스 노드 업데이트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007A86"/>
                          </a:solidFill>
                          <a:latin typeface="Arial"/>
                        </a:rPr>
                        <a:t>보안 &amp; 인증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2C3047"/>
                          </a:solidFill>
                          <a:latin typeface="Arial"/>
                        </a:rPr>
                        <a:t>CIS/STIG 구성변수 · PDB 가드레일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2C3047"/>
                          </a:solidFill>
                          <a:latin typeface="Arial"/>
                        </a:rPr>
                        <a:t>TuneD · AppArmor · EncryptionClass · 계층적 CA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2C3047"/>
                          </a:solidFill>
                          <a:latin typeface="Arial"/>
                        </a:rPr>
                        <a:t>네이티브 OIDC(CEL) · FIPS 기본 · TLS 프로파일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007A86"/>
                          </a:solidFill>
                          <a:latin typeface="Arial"/>
                        </a:rPr>
                        <a:t>네트워킹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2C3047"/>
                          </a:solidFill>
                          <a:latin typeface="Arial"/>
                        </a:rPr>
                        <a:t>AddonRepository API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2C3047"/>
                          </a:solidFill>
                          <a:latin typeface="Arial"/>
                        </a:rPr>
                        <a:t>멀티네트워크 · SR-IOV · Antrea 하이브리드 · Cilium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2C3047"/>
                          </a:solidFill>
                          <a:latin typeface="Arial"/>
                        </a:rPr>
                        <a:t>kube-proxy 비활성화 · SR-IOV VF(DPDK) · CIDR 검증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007A86"/>
                          </a:solidFill>
                          <a:latin typeface="Arial"/>
                        </a:rPr>
                        <a:t>스케일 &amp; 성능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2C3047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2C3047"/>
                          </a:solidFill>
                          <a:latin typeface="Arial"/>
                        </a:rPr>
                        <a:t>500 클러스터 · 4,000노드 · Fast Deploy(70%↓)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2C3047"/>
                          </a:solidFill>
                          <a:latin typeface="Arial"/>
                        </a:rPr>
                        <a:t>워커 250대 · 업그레이드 롤아웃 개선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007A86"/>
                          </a:solidFill>
                          <a:latin typeface="Arial"/>
                        </a:rPr>
                        <a:t>애드온 &amp; CLI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2C3047"/>
                          </a:solidFill>
                          <a:latin typeface="Arial"/>
                        </a:rPr>
                        <a:t>addon 플러그인 · support-bundle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2C3047"/>
                          </a:solidFill>
                          <a:latin typeface="Arial"/>
                        </a:rPr>
                        <a:t>AddonConfig · Late-Binding SC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2C3047"/>
                          </a:solidFill>
                          <a:latin typeface="Arial"/>
                        </a:rPr>
                        <a:t>VKS Add-ons 리브랜딩 · Helm · Gateway API · Multus/Headlamp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639300" y="6572250"/>
            <a:ext cx="1181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25" b="0">
                <a:solidFill>
                  <a:srgbClr val="6A6E80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38150"/>
            <a:ext cx="1066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1B1E35"/>
                </a:solidFill>
                <a:latin typeface="Arial"/>
              </a:rPr>
              <a:t>VKS Add-ons 생태계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57250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A6E80"/>
                </a:solidFill>
                <a:latin typeface="Arial"/>
              </a:rPr>
              <a:t>3.7부터 통합 프레임워크로 전환 · 4개 지원 티어 · VKr 24개월 라이프사이클 귀속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428750"/>
            <a:ext cx="10972800" cy="19050"/>
          </a:xfrm>
          <a:prstGeom prst="rect">
            <a:avLst/>
          </a:prstGeom>
          <a:solidFill>
            <a:srgbClr val="00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197429" y="2245723"/>
            <a:ext cx="9797142" cy="0"/>
          </a:xfrm>
          <a:prstGeom prst="bentConnector3">
            <a:avLst/>
          </a:prstGeom>
          <a:ln w="26125">
            <a:solidFill>
              <a:srgbClr val="CFD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412966" y="2167346"/>
            <a:ext cx="156754" cy="156754"/>
          </a:xfrm>
          <a:prstGeom prst="ellipse">
            <a:avLst/>
          </a:prstGeom>
          <a:solidFill>
            <a:srgbClr val="00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91343" y="1903999"/>
            <a:ext cx="667512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1B1E35"/>
                </a:solidFill>
                <a:latin typeface="Arial"/>
              </a:rPr>
              <a:t>Istio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1343" y="2411882"/>
            <a:ext cx="52956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5" b="1">
                <a:solidFill>
                  <a:srgbClr val="6A6E80"/>
                </a:solidFill>
                <a:latin typeface="Arial"/>
              </a:rPr>
              <a:t>25.6</a:t>
            </a:r>
          </a:p>
        </p:txBody>
      </p:sp>
      <p:sp>
        <p:nvSpPr>
          <p:cNvPr id="9" name="Oval 8"/>
          <p:cNvSpPr/>
          <p:nvPr/>
        </p:nvSpPr>
        <p:spPr>
          <a:xfrm>
            <a:off x="2980509" y="2167346"/>
            <a:ext cx="156754" cy="156754"/>
          </a:xfrm>
          <a:prstGeom prst="ellipse">
            <a:avLst/>
          </a:prstGeom>
          <a:solidFill>
            <a:srgbClr val="00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58886" y="1903999"/>
            <a:ext cx="491947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1B1E35"/>
                </a:solidFill>
                <a:latin typeface="Arial"/>
              </a:rPr>
              <a:t>AKO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58886" y="2411882"/>
            <a:ext cx="60481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5" b="1">
                <a:solidFill>
                  <a:srgbClr val="6A6E80"/>
                </a:solidFill>
                <a:latin typeface="Arial"/>
              </a:rPr>
              <a:t>25.10</a:t>
            </a:r>
          </a:p>
        </p:txBody>
      </p:sp>
      <p:sp>
        <p:nvSpPr>
          <p:cNvPr id="12" name="Oval 11"/>
          <p:cNvSpPr/>
          <p:nvPr/>
        </p:nvSpPr>
        <p:spPr>
          <a:xfrm>
            <a:off x="4548051" y="2167346"/>
            <a:ext cx="156754" cy="156754"/>
          </a:xfrm>
          <a:prstGeom prst="ellipse">
            <a:avLst/>
          </a:prstGeom>
          <a:solidFill>
            <a:srgbClr val="0193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429" y="1903999"/>
            <a:ext cx="1369771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1B1E35"/>
                </a:solidFill>
                <a:latin typeface="Arial"/>
              </a:rPr>
              <a:t>Vault·Prom-Op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429" y="2411882"/>
            <a:ext cx="52956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5" b="1">
                <a:solidFill>
                  <a:srgbClr val="6A6E80"/>
                </a:solidFill>
                <a:latin typeface="Arial"/>
              </a:rPr>
              <a:t>26.2</a:t>
            </a:r>
          </a:p>
        </p:txBody>
      </p:sp>
      <p:sp>
        <p:nvSpPr>
          <p:cNvPr id="15" name="Oval 14"/>
          <p:cNvSpPr/>
          <p:nvPr/>
        </p:nvSpPr>
        <p:spPr>
          <a:xfrm>
            <a:off x="6115594" y="2167346"/>
            <a:ext cx="156754" cy="156754"/>
          </a:xfrm>
          <a:prstGeom prst="ellipse">
            <a:avLst/>
          </a:prstGeom>
          <a:solidFill>
            <a:srgbClr val="EDB5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3971" y="1903999"/>
            <a:ext cx="755294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1B1E35"/>
                </a:solidFill>
                <a:latin typeface="Arial"/>
              </a:rPr>
              <a:t>Cilium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3971" y="2411882"/>
            <a:ext cx="52956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5" b="1">
                <a:solidFill>
                  <a:srgbClr val="6A6E80"/>
                </a:solidFill>
                <a:latin typeface="Arial"/>
              </a:rPr>
              <a:t>26.3</a:t>
            </a:r>
          </a:p>
        </p:txBody>
      </p:sp>
      <p:sp>
        <p:nvSpPr>
          <p:cNvPr id="18" name="Oval 17"/>
          <p:cNvSpPr/>
          <p:nvPr/>
        </p:nvSpPr>
        <p:spPr>
          <a:xfrm>
            <a:off x="7683137" y="2167346"/>
            <a:ext cx="156754" cy="156754"/>
          </a:xfrm>
          <a:prstGeom prst="ellipse">
            <a:avLst/>
          </a:prstGeom>
          <a:solidFill>
            <a:srgbClr val="0193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61514" y="1903999"/>
            <a:ext cx="1018642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1B1E35"/>
                </a:solidFill>
                <a:latin typeface="Arial"/>
              </a:rPr>
              <a:t>Helm Ctrl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61514" y="2411882"/>
            <a:ext cx="52956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5" b="1">
                <a:solidFill>
                  <a:srgbClr val="6A6E80"/>
                </a:solidFill>
                <a:latin typeface="Arial"/>
              </a:rPr>
              <a:t>26.4</a:t>
            </a:r>
          </a:p>
        </p:txBody>
      </p:sp>
      <p:sp>
        <p:nvSpPr>
          <p:cNvPr id="21" name="Oval 20"/>
          <p:cNvSpPr/>
          <p:nvPr/>
        </p:nvSpPr>
        <p:spPr>
          <a:xfrm>
            <a:off x="9250680" y="2167346"/>
            <a:ext cx="156754" cy="156754"/>
          </a:xfrm>
          <a:prstGeom prst="ellipse">
            <a:avLst/>
          </a:prstGeom>
          <a:solidFill>
            <a:srgbClr val="6C4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9057" y="1903999"/>
            <a:ext cx="1106424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1B1E35"/>
                </a:solidFill>
                <a:latin typeface="Arial"/>
              </a:rPr>
              <a:t>Gatekeeper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9057" y="2411882"/>
            <a:ext cx="52956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5" b="1">
                <a:solidFill>
                  <a:srgbClr val="6A6E80"/>
                </a:solidFill>
                <a:latin typeface="Arial"/>
              </a:rPr>
              <a:t>26.5</a:t>
            </a:r>
          </a:p>
        </p:txBody>
      </p:sp>
      <p:sp>
        <p:nvSpPr>
          <p:cNvPr id="24" name="Oval 23"/>
          <p:cNvSpPr/>
          <p:nvPr/>
        </p:nvSpPr>
        <p:spPr>
          <a:xfrm>
            <a:off x="10720251" y="2167346"/>
            <a:ext cx="156754" cy="156754"/>
          </a:xfrm>
          <a:prstGeom prst="ellipse">
            <a:avLst/>
          </a:prstGeom>
          <a:solidFill>
            <a:srgbClr val="6C4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49643" y="1903999"/>
            <a:ext cx="930859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1B1E35"/>
                </a:solidFill>
                <a:latin typeface="Arial"/>
              </a:rPr>
              <a:t>Headlamp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49643" y="2411882"/>
            <a:ext cx="52956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5" b="1">
                <a:solidFill>
                  <a:srgbClr val="6A6E80"/>
                </a:solidFill>
                <a:latin typeface="Arial"/>
              </a:rPr>
              <a:t>26.6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09600" y="3064329"/>
          <a:ext cx="1097280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55648"/>
                <a:gridCol w="3730752"/>
                <a:gridCol w="5486400"/>
              </a:tblGrid>
              <a:tr h="365760">
                <a:tc>
                  <a:txBody>
                    <a:bodyPr/>
                    <a:lstStyle/>
                    <a:p>
                      <a:r>
                        <a:rPr sz="937" b="1">
                          <a:solidFill>
                            <a:srgbClr val="FFFFFF"/>
                          </a:solidFill>
                          <a:latin typeface="Arial"/>
                        </a:rPr>
                        <a:t>티어</a:t>
                      </a:r>
                    </a:p>
                  </a:txBody>
                  <a:tcPr marL="114300" marR="76200" marT="57150" marB="57150" anchor="ctr">
                    <a:solidFill>
                      <a:srgbClr val="1B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7" b="1">
                          <a:solidFill>
                            <a:srgbClr val="FFFFFF"/>
                          </a:solidFill>
                          <a:latin typeface="Arial"/>
                        </a:rPr>
                        <a:t>소유/검증</a:t>
                      </a:r>
                    </a:p>
                  </a:txBody>
                  <a:tcPr marL="114300" marR="76200" marT="57150" marB="57150" anchor="ctr">
                    <a:solidFill>
                      <a:srgbClr val="1B1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7" b="1">
                          <a:solidFill>
                            <a:srgbClr val="FFFFFF"/>
                          </a:solidFill>
                          <a:latin typeface="Arial"/>
                        </a:rPr>
                        <a:t>Broadcom 지원 범위</a:t>
                      </a:r>
                    </a:p>
                  </a:txBody>
                  <a:tcPr marL="114300" marR="76200" marT="57150" marB="57150" anchor="ctr">
                    <a:solidFill>
                      <a:srgbClr val="1B1E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37" b="1">
                          <a:solidFill>
                            <a:srgbClr val="007A86"/>
                          </a:solidFill>
                          <a:latin typeface="Arial"/>
                        </a:rPr>
                        <a:t>Product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7" b="0">
                          <a:solidFill>
                            <a:srgbClr val="2C3047"/>
                          </a:solidFill>
                          <a:latin typeface="Arial"/>
                        </a:rPr>
                        <a:t>Broadcom 엔지니어링 검증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7" b="0">
                          <a:solidFill>
                            <a:srgbClr val="2C3047"/>
                          </a:solidFill>
                          <a:latin typeface="Arial"/>
                        </a:rPr>
                        <a:t>배포+라이프사이클+런타임까지 완전 지원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37" b="1">
                          <a:solidFill>
                            <a:srgbClr val="007A86"/>
                          </a:solidFill>
                          <a:latin typeface="Arial"/>
                        </a:rPr>
                        <a:t>Partner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7" b="0">
                          <a:solidFill>
                            <a:srgbClr val="2C3047"/>
                          </a:solidFill>
                          <a:latin typeface="Arial"/>
                        </a:rPr>
                        <a:t>ISV 검증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7" b="0">
                          <a:solidFill>
                            <a:srgbClr val="2C3047"/>
                          </a:solidFill>
                          <a:latin typeface="Arial"/>
                        </a:rPr>
                        <a:t>배포·라이프사이클, 런타임은 파트너 에스컬레이션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37" b="1">
                          <a:solidFill>
                            <a:srgbClr val="007A86"/>
                          </a:solidFill>
                          <a:latin typeface="Arial"/>
                        </a:rPr>
                        <a:t>Ecosystem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7" b="0">
                          <a:solidFill>
                            <a:srgbClr val="2C3047"/>
                          </a:solidFill>
                          <a:latin typeface="Arial"/>
                        </a:rPr>
                        <a:t>Broadcom 큐레이션 OSS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7" b="0">
                          <a:solidFill>
                            <a:srgbClr val="2C3047"/>
                          </a:solidFill>
                          <a:latin typeface="Arial"/>
                        </a:rPr>
                        <a:t>패키징·서명·라이프사이클만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37" b="1">
                          <a:solidFill>
                            <a:srgbClr val="007A86"/>
                          </a:solidFill>
                          <a:latin typeface="Arial"/>
                        </a:rPr>
                        <a:t>Community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7" b="0">
                          <a:solidFill>
                            <a:srgbClr val="2C3047"/>
                          </a:solidFill>
                          <a:latin typeface="Arial"/>
                        </a:rPr>
                        <a:t>미검증 OSS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7" b="0">
                          <a:solidFill>
                            <a:srgbClr val="2C3047"/>
                          </a:solidFill>
                          <a:latin typeface="Arial"/>
                        </a:rPr>
                        <a:t>공식 지원 없음</a:t>
                      </a:r>
                    </a:p>
                  </a:txBody>
                  <a:tcPr marL="114300" marR="762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9639300" y="6572250"/>
            <a:ext cx="1181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25" b="0">
                <a:solidFill>
                  <a:srgbClr val="6A6E80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1B1E35"/>
                </a:solidFill>
                <a:latin typeface="Arial"/>
              </a:rPr>
              <a:t>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b="0">
                <a:solidFill>
                  <a:srgbClr val="4B4F63"/>
                </a:solidFill>
                <a:latin typeface="Arial"/>
              </a:rPr>
              <a:t>VKS는 가상화 인프라를 통째로 쿠버네티스화하여 VM·컨테이너를 하나로, VCF 9.1은 엣지 없는 네트워킹·70% 빠른 배포·500 스케일로 이를 완성한다.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7250" y="4476750"/>
            <a:ext cx="7239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1B1E35"/>
                </a:solidFill>
                <a:latin typeface="Arial"/>
              </a:rPr>
              <a:t>VKS — vSphere Kubernetes Service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4B4F63"/>
                </a:solidFill>
                <a:latin typeface="Arial"/>
              </a:rPr>
              <a:t>고객 소개 · 아키텍처 · VCF 9.1 · 버전별 3.5~3.7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6A6E80"/>
                </a:solidFill>
                <a:latin typeface="Arial"/>
              </a:rPr>
              <a:t>근거 · Broadcom TechDocs (VKS 3.5–3.7 릴리스노트 · Add-ons · 에어갭 가이드)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IP_VMware_White_16x9_2024">
  <a:themeElements>
    <a:clrScheme name="Simple Light">
      <a:dk1>
        <a:srgbClr val="000000"/>
      </a:dk1>
      <a:lt1>
        <a:srgbClr val="FFFFFF"/>
      </a:lt1>
      <a:dk2>
        <a:srgbClr val="1B1E35"/>
      </a:dk2>
      <a:lt2>
        <a:srgbClr val="F2F2F2"/>
      </a:lt2>
      <a:accent1>
        <a:srgbClr val="007A86"/>
      </a:accent1>
      <a:accent2>
        <a:srgbClr val="005B84"/>
      </a:accent2>
      <a:accent3>
        <a:srgbClr val="0193C2"/>
      </a:accent3>
      <a:accent4>
        <a:srgbClr val="61A00A"/>
      </a:accent4>
      <a:accent5>
        <a:srgbClr val="6C4B8F"/>
      </a:accent5>
      <a:accent6>
        <a:srgbClr val="EDB516"/>
      </a:accent6>
      <a:hlink>
        <a:srgbClr val="E186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